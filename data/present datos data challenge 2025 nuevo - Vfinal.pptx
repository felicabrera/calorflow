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62" r:id="rId5"/>
    <p:sldId id="286" r:id="rId6"/>
    <p:sldId id="285" r:id="rId7"/>
    <p:sldId id="288" r:id="rId8"/>
    <p:sldId id="289" r:id="rId9"/>
    <p:sldId id="287" r:id="rId10"/>
    <p:sldId id="297" r:id="rId11"/>
    <p:sldId id="261" r:id="rId12"/>
    <p:sldId id="257" r:id="rId13"/>
    <p:sldId id="258" r:id="rId14"/>
    <p:sldId id="259" r:id="rId15"/>
    <p:sldId id="260" r:id="rId16"/>
    <p:sldId id="290" r:id="rId17"/>
    <p:sldId id="277" r:id="rId18"/>
    <p:sldId id="292" r:id="rId19"/>
    <p:sldId id="291" r:id="rId20"/>
    <p:sldId id="278" r:id="rId21"/>
    <p:sldId id="279" r:id="rId22"/>
    <p:sldId id="293" r:id="rId23"/>
    <p:sldId id="294" r:id="rId24"/>
    <p:sldId id="295" r:id="rId25"/>
    <p:sldId id="273" r:id="rId26"/>
    <p:sldId id="274" r:id="rId27"/>
    <p:sldId id="276" r:id="rId28"/>
    <p:sldId id="296" r:id="rId29"/>
    <p:sldId id="280" r:id="rId30"/>
    <p:sldId id="270" r:id="rId31"/>
    <p:sldId id="281" r:id="rId32"/>
    <p:sldId id="282" r:id="rId33"/>
    <p:sldId id="299" r:id="rId34"/>
    <p:sldId id="300" r:id="rId35"/>
    <p:sldId id="265" r:id="rId36"/>
    <p:sldId id="284" r:id="rId37"/>
    <p:sldId id="283" r:id="rId38"/>
  </p:sldIdLst>
  <p:sldSz cx="12192000" cy="6858000"/>
  <p:notesSz cx="6858000" cy="9144000"/>
  <p:defaultTextStyle>
    <a:defPPr>
      <a:defRPr lang="es-U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CB0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595" autoAdjust="0"/>
  </p:normalViewPr>
  <p:slideViewPr>
    <p:cSldViewPr snapToGrid="0" showGuides="1">
      <p:cViewPr varScale="1">
        <p:scale>
          <a:sx n="61" d="100"/>
          <a:sy n="61" d="100"/>
        </p:scale>
        <p:origin x="1098" y="28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64287D-0F25-48EA-8107-3D35BB39A8D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UY"/>
          </a:p>
        </p:txBody>
      </p:sp>
      <p:sp>
        <p:nvSpPr>
          <p:cNvPr id="3" name="Subtítulo 2">
            <a:extLst>
              <a:ext uri="{FF2B5EF4-FFF2-40B4-BE49-F238E27FC236}">
                <a16:creationId xmlns:a16="http://schemas.microsoft.com/office/drawing/2014/main" id="{D002664B-3E0B-42FA-83A5-B4CBCE00F8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UY"/>
          </a:p>
        </p:txBody>
      </p:sp>
      <p:sp>
        <p:nvSpPr>
          <p:cNvPr id="4" name="Marcador de fecha 3">
            <a:extLst>
              <a:ext uri="{FF2B5EF4-FFF2-40B4-BE49-F238E27FC236}">
                <a16:creationId xmlns:a16="http://schemas.microsoft.com/office/drawing/2014/main" id="{2CD86C35-38D1-4540-8924-621A549F9DA2}"/>
              </a:ext>
            </a:extLst>
          </p:cNvPr>
          <p:cNvSpPr>
            <a:spLocks noGrp="1"/>
          </p:cNvSpPr>
          <p:nvPr>
            <p:ph type="dt" sz="half" idx="10"/>
          </p:nvPr>
        </p:nvSpPr>
        <p:spPr/>
        <p:txBody>
          <a:bodyPr/>
          <a:lstStyle/>
          <a:p>
            <a:fld id="{020AF84E-6660-41FB-BD2E-DEF0E6DDA3E0}" type="datetimeFigureOut">
              <a:rPr lang="es-UY" smtClean="0"/>
              <a:t>5/11/2025</a:t>
            </a:fld>
            <a:endParaRPr lang="es-UY"/>
          </a:p>
        </p:txBody>
      </p:sp>
      <p:sp>
        <p:nvSpPr>
          <p:cNvPr id="5" name="Marcador de pie de página 4">
            <a:extLst>
              <a:ext uri="{FF2B5EF4-FFF2-40B4-BE49-F238E27FC236}">
                <a16:creationId xmlns:a16="http://schemas.microsoft.com/office/drawing/2014/main" id="{ABECA3BA-5A0D-480E-93BA-8C367E67538A}"/>
              </a:ext>
            </a:extLst>
          </p:cNvPr>
          <p:cNvSpPr>
            <a:spLocks noGrp="1"/>
          </p:cNvSpPr>
          <p:nvPr>
            <p:ph type="ftr" sz="quarter" idx="11"/>
          </p:nvPr>
        </p:nvSpPr>
        <p:spPr/>
        <p:txBody>
          <a:bodyPr/>
          <a:lstStyle/>
          <a:p>
            <a:endParaRPr lang="es-UY"/>
          </a:p>
        </p:txBody>
      </p:sp>
      <p:sp>
        <p:nvSpPr>
          <p:cNvPr id="6" name="Marcador de número de diapositiva 5">
            <a:extLst>
              <a:ext uri="{FF2B5EF4-FFF2-40B4-BE49-F238E27FC236}">
                <a16:creationId xmlns:a16="http://schemas.microsoft.com/office/drawing/2014/main" id="{E04D416E-BD05-43A1-97EA-C47C2A8E3302}"/>
              </a:ext>
            </a:extLst>
          </p:cNvPr>
          <p:cNvSpPr>
            <a:spLocks noGrp="1"/>
          </p:cNvSpPr>
          <p:nvPr>
            <p:ph type="sldNum" sz="quarter" idx="12"/>
          </p:nvPr>
        </p:nvSpPr>
        <p:spPr/>
        <p:txBody>
          <a:bodyPr/>
          <a:lstStyle/>
          <a:p>
            <a:fld id="{17C65435-0EF7-4A2E-AEE5-B26A57F5E120}" type="slidenum">
              <a:rPr lang="es-UY" smtClean="0"/>
              <a:t>‹#›</a:t>
            </a:fld>
            <a:endParaRPr lang="es-UY"/>
          </a:p>
        </p:txBody>
      </p:sp>
    </p:spTree>
    <p:extLst>
      <p:ext uri="{BB962C8B-B14F-4D97-AF65-F5344CB8AC3E}">
        <p14:creationId xmlns:p14="http://schemas.microsoft.com/office/powerpoint/2010/main" val="946219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2ABA07-37A0-4085-9D0D-4C5F20FD25DA}"/>
              </a:ext>
            </a:extLst>
          </p:cNvPr>
          <p:cNvSpPr>
            <a:spLocks noGrp="1"/>
          </p:cNvSpPr>
          <p:nvPr>
            <p:ph type="title"/>
          </p:nvPr>
        </p:nvSpPr>
        <p:spPr/>
        <p:txBody>
          <a:bodyPr/>
          <a:lstStyle/>
          <a:p>
            <a:r>
              <a:rPr lang="es-ES"/>
              <a:t>Haga clic para modificar el estilo de título del patrón</a:t>
            </a:r>
            <a:endParaRPr lang="es-UY"/>
          </a:p>
        </p:txBody>
      </p:sp>
      <p:sp>
        <p:nvSpPr>
          <p:cNvPr id="3" name="Marcador de contenido 2">
            <a:extLst>
              <a:ext uri="{FF2B5EF4-FFF2-40B4-BE49-F238E27FC236}">
                <a16:creationId xmlns:a16="http://schemas.microsoft.com/office/drawing/2014/main" id="{D807C1BC-65A9-4784-8024-5A5CBCBE182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4" name="Marcador de fecha 3">
            <a:extLst>
              <a:ext uri="{FF2B5EF4-FFF2-40B4-BE49-F238E27FC236}">
                <a16:creationId xmlns:a16="http://schemas.microsoft.com/office/drawing/2014/main" id="{FEECD57B-C875-4D3D-A7CC-D3462922F087}"/>
              </a:ext>
            </a:extLst>
          </p:cNvPr>
          <p:cNvSpPr>
            <a:spLocks noGrp="1"/>
          </p:cNvSpPr>
          <p:nvPr>
            <p:ph type="dt" sz="half" idx="10"/>
          </p:nvPr>
        </p:nvSpPr>
        <p:spPr/>
        <p:txBody>
          <a:bodyPr/>
          <a:lstStyle/>
          <a:p>
            <a:fld id="{020AF84E-6660-41FB-BD2E-DEF0E6DDA3E0}" type="datetimeFigureOut">
              <a:rPr lang="es-UY" smtClean="0"/>
              <a:t>5/11/2025</a:t>
            </a:fld>
            <a:endParaRPr lang="es-UY"/>
          </a:p>
        </p:txBody>
      </p:sp>
      <p:sp>
        <p:nvSpPr>
          <p:cNvPr id="5" name="Marcador de pie de página 4">
            <a:extLst>
              <a:ext uri="{FF2B5EF4-FFF2-40B4-BE49-F238E27FC236}">
                <a16:creationId xmlns:a16="http://schemas.microsoft.com/office/drawing/2014/main" id="{D1276BA2-884F-4BDF-BDA3-8A1295A9F27A}"/>
              </a:ext>
            </a:extLst>
          </p:cNvPr>
          <p:cNvSpPr>
            <a:spLocks noGrp="1"/>
          </p:cNvSpPr>
          <p:nvPr>
            <p:ph type="ftr" sz="quarter" idx="11"/>
          </p:nvPr>
        </p:nvSpPr>
        <p:spPr/>
        <p:txBody>
          <a:bodyPr/>
          <a:lstStyle/>
          <a:p>
            <a:endParaRPr lang="es-UY"/>
          </a:p>
        </p:txBody>
      </p:sp>
      <p:sp>
        <p:nvSpPr>
          <p:cNvPr id="6" name="Marcador de número de diapositiva 5">
            <a:extLst>
              <a:ext uri="{FF2B5EF4-FFF2-40B4-BE49-F238E27FC236}">
                <a16:creationId xmlns:a16="http://schemas.microsoft.com/office/drawing/2014/main" id="{C120012D-6299-491E-ABBD-472C4E363B8C}"/>
              </a:ext>
            </a:extLst>
          </p:cNvPr>
          <p:cNvSpPr>
            <a:spLocks noGrp="1"/>
          </p:cNvSpPr>
          <p:nvPr>
            <p:ph type="sldNum" sz="quarter" idx="12"/>
          </p:nvPr>
        </p:nvSpPr>
        <p:spPr/>
        <p:txBody>
          <a:bodyPr/>
          <a:lstStyle/>
          <a:p>
            <a:fld id="{17C65435-0EF7-4A2E-AEE5-B26A57F5E120}" type="slidenum">
              <a:rPr lang="es-UY" smtClean="0"/>
              <a:t>‹#›</a:t>
            </a:fld>
            <a:endParaRPr lang="es-UY"/>
          </a:p>
        </p:txBody>
      </p:sp>
    </p:spTree>
    <p:extLst>
      <p:ext uri="{BB962C8B-B14F-4D97-AF65-F5344CB8AC3E}">
        <p14:creationId xmlns:p14="http://schemas.microsoft.com/office/powerpoint/2010/main" val="3077385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2C2614-0CF6-434E-951D-9EC17E0AC26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UY"/>
          </a:p>
        </p:txBody>
      </p:sp>
      <p:sp>
        <p:nvSpPr>
          <p:cNvPr id="3" name="Marcador de texto 2">
            <a:extLst>
              <a:ext uri="{FF2B5EF4-FFF2-40B4-BE49-F238E27FC236}">
                <a16:creationId xmlns:a16="http://schemas.microsoft.com/office/drawing/2014/main" id="{99BF0946-368F-4860-9330-BEB23B934C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52D9EEA-D3FB-490B-9031-67257DC9CA26}"/>
              </a:ext>
            </a:extLst>
          </p:cNvPr>
          <p:cNvSpPr>
            <a:spLocks noGrp="1"/>
          </p:cNvSpPr>
          <p:nvPr>
            <p:ph type="dt" sz="half" idx="10"/>
          </p:nvPr>
        </p:nvSpPr>
        <p:spPr/>
        <p:txBody>
          <a:bodyPr/>
          <a:lstStyle/>
          <a:p>
            <a:fld id="{020AF84E-6660-41FB-BD2E-DEF0E6DDA3E0}" type="datetimeFigureOut">
              <a:rPr lang="es-UY" smtClean="0"/>
              <a:t>5/11/2025</a:t>
            </a:fld>
            <a:endParaRPr lang="es-UY"/>
          </a:p>
        </p:txBody>
      </p:sp>
      <p:sp>
        <p:nvSpPr>
          <p:cNvPr id="5" name="Marcador de pie de página 4">
            <a:extLst>
              <a:ext uri="{FF2B5EF4-FFF2-40B4-BE49-F238E27FC236}">
                <a16:creationId xmlns:a16="http://schemas.microsoft.com/office/drawing/2014/main" id="{BB782D2D-0F36-437C-AD0E-B7C3B784983F}"/>
              </a:ext>
            </a:extLst>
          </p:cNvPr>
          <p:cNvSpPr>
            <a:spLocks noGrp="1"/>
          </p:cNvSpPr>
          <p:nvPr>
            <p:ph type="ftr" sz="quarter" idx="11"/>
          </p:nvPr>
        </p:nvSpPr>
        <p:spPr/>
        <p:txBody>
          <a:bodyPr/>
          <a:lstStyle/>
          <a:p>
            <a:endParaRPr lang="es-UY"/>
          </a:p>
        </p:txBody>
      </p:sp>
      <p:sp>
        <p:nvSpPr>
          <p:cNvPr id="6" name="Marcador de número de diapositiva 5">
            <a:extLst>
              <a:ext uri="{FF2B5EF4-FFF2-40B4-BE49-F238E27FC236}">
                <a16:creationId xmlns:a16="http://schemas.microsoft.com/office/drawing/2014/main" id="{B261DF3B-4480-4608-8349-84CC6DD3DC1E}"/>
              </a:ext>
            </a:extLst>
          </p:cNvPr>
          <p:cNvSpPr>
            <a:spLocks noGrp="1"/>
          </p:cNvSpPr>
          <p:nvPr>
            <p:ph type="sldNum" sz="quarter" idx="12"/>
          </p:nvPr>
        </p:nvSpPr>
        <p:spPr/>
        <p:txBody>
          <a:bodyPr/>
          <a:lstStyle/>
          <a:p>
            <a:fld id="{17C65435-0EF7-4A2E-AEE5-B26A57F5E120}" type="slidenum">
              <a:rPr lang="es-UY" smtClean="0"/>
              <a:t>‹#›</a:t>
            </a:fld>
            <a:endParaRPr lang="es-UY"/>
          </a:p>
        </p:txBody>
      </p:sp>
    </p:spTree>
    <p:extLst>
      <p:ext uri="{BB962C8B-B14F-4D97-AF65-F5344CB8AC3E}">
        <p14:creationId xmlns:p14="http://schemas.microsoft.com/office/powerpoint/2010/main" val="3838498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0C8076-F97D-41AB-9912-BD5E6280E20E}"/>
              </a:ext>
            </a:extLst>
          </p:cNvPr>
          <p:cNvSpPr>
            <a:spLocks noGrp="1"/>
          </p:cNvSpPr>
          <p:nvPr>
            <p:ph type="title"/>
          </p:nvPr>
        </p:nvSpPr>
        <p:spPr/>
        <p:txBody>
          <a:bodyPr/>
          <a:lstStyle/>
          <a:p>
            <a:r>
              <a:rPr lang="es-ES"/>
              <a:t>Haga clic para modificar el estilo de título del patrón</a:t>
            </a:r>
            <a:endParaRPr lang="es-UY"/>
          </a:p>
        </p:txBody>
      </p:sp>
      <p:sp>
        <p:nvSpPr>
          <p:cNvPr id="3" name="Marcador de contenido 2">
            <a:extLst>
              <a:ext uri="{FF2B5EF4-FFF2-40B4-BE49-F238E27FC236}">
                <a16:creationId xmlns:a16="http://schemas.microsoft.com/office/drawing/2014/main" id="{E4BE60C6-7421-4F99-A853-257E54C0E9A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4" name="Marcador de contenido 3">
            <a:extLst>
              <a:ext uri="{FF2B5EF4-FFF2-40B4-BE49-F238E27FC236}">
                <a16:creationId xmlns:a16="http://schemas.microsoft.com/office/drawing/2014/main" id="{8D2C57D7-28EA-4F9D-915D-ACFA60123BA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5" name="Marcador de fecha 4">
            <a:extLst>
              <a:ext uri="{FF2B5EF4-FFF2-40B4-BE49-F238E27FC236}">
                <a16:creationId xmlns:a16="http://schemas.microsoft.com/office/drawing/2014/main" id="{B5AF94EB-4868-41C4-B786-80CBF0D06A7E}"/>
              </a:ext>
            </a:extLst>
          </p:cNvPr>
          <p:cNvSpPr>
            <a:spLocks noGrp="1"/>
          </p:cNvSpPr>
          <p:nvPr>
            <p:ph type="dt" sz="half" idx="10"/>
          </p:nvPr>
        </p:nvSpPr>
        <p:spPr/>
        <p:txBody>
          <a:bodyPr/>
          <a:lstStyle/>
          <a:p>
            <a:fld id="{020AF84E-6660-41FB-BD2E-DEF0E6DDA3E0}" type="datetimeFigureOut">
              <a:rPr lang="es-UY" smtClean="0"/>
              <a:t>5/11/2025</a:t>
            </a:fld>
            <a:endParaRPr lang="es-UY"/>
          </a:p>
        </p:txBody>
      </p:sp>
      <p:sp>
        <p:nvSpPr>
          <p:cNvPr id="6" name="Marcador de pie de página 5">
            <a:extLst>
              <a:ext uri="{FF2B5EF4-FFF2-40B4-BE49-F238E27FC236}">
                <a16:creationId xmlns:a16="http://schemas.microsoft.com/office/drawing/2014/main" id="{90177039-E1D6-4284-9072-B99864F0A3FA}"/>
              </a:ext>
            </a:extLst>
          </p:cNvPr>
          <p:cNvSpPr>
            <a:spLocks noGrp="1"/>
          </p:cNvSpPr>
          <p:nvPr>
            <p:ph type="ftr" sz="quarter" idx="11"/>
          </p:nvPr>
        </p:nvSpPr>
        <p:spPr/>
        <p:txBody>
          <a:bodyPr/>
          <a:lstStyle/>
          <a:p>
            <a:endParaRPr lang="es-UY"/>
          </a:p>
        </p:txBody>
      </p:sp>
      <p:sp>
        <p:nvSpPr>
          <p:cNvPr id="7" name="Marcador de número de diapositiva 6">
            <a:extLst>
              <a:ext uri="{FF2B5EF4-FFF2-40B4-BE49-F238E27FC236}">
                <a16:creationId xmlns:a16="http://schemas.microsoft.com/office/drawing/2014/main" id="{AEBA30B1-0375-4F91-8C09-A23F2998BB34}"/>
              </a:ext>
            </a:extLst>
          </p:cNvPr>
          <p:cNvSpPr>
            <a:spLocks noGrp="1"/>
          </p:cNvSpPr>
          <p:nvPr>
            <p:ph type="sldNum" sz="quarter" idx="12"/>
          </p:nvPr>
        </p:nvSpPr>
        <p:spPr/>
        <p:txBody>
          <a:bodyPr/>
          <a:lstStyle/>
          <a:p>
            <a:fld id="{17C65435-0EF7-4A2E-AEE5-B26A57F5E120}" type="slidenum">
              <a:rPr lang="es-UY" smtClean="0"/>
              <a:t>‹#›</a:t>
            </a:fld>
            <a:endParaRPr lang="es-UY"/>
          </a:p>
        </p:txBody>
      </p:sp>
    </p:spTree>
    <p:extLst>
      <p:ext uri="{BB962C8B-B14F-4D97-AF65-F5344CB8AC3E}">
        <p14:creationId xmlns:p14="http://schemas.microsoft.com/office/powerpoint/2010/main" val="1904451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021568-02E1-4404-912F-E52C9C61F31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UY"/>
          </a:p>
        </p:txBody>
      </p:sp>
      <p:sp>
        <p:nvSpPr>
          <p:cNvPr id="3" name="Marcador de texto 2">
            <a:extLst>
              <a:ext uri="{FF2B5EF4-FFF2-40B4-BE49-F238E27FC236}">
                <a16:creationId xmlns:a16="http://schemas.microsoft.com/office/drawing/2014/main" id="{A2853544-7B94-453D-A172-AB0AF18A47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339A744-EAA9-41E7-89A8-71423DA7C4A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5" name="Marcador de texto 4">
            <a:extLst>
              <a:ext uri="{FF2B5EF4-FFF2-40B4-BE49-F238E27FC236}">
                <a16:creationId xmlns:a16="http://schemas.microsoft.com/office/drawing/2014/main" id="{6BE736D1-43CA-489F-96CE-EE7F691047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7BD7189-4505-41C0-9993-4736F85FE4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7" name="Marcador de fecha 6">
            <a:extLst>
              <a:ext uri="{FF2B5EF4-FFF2-40B4-BE49-F238E27FC236}">
                <a16:creationId xmlns:a16="http://schemas.microsoft.com/office/drawing/2014/main" id="{6585E190-48CE-4F6F-BDA2-6219F24215F2}"/>
              </a:ext>
            </a:extLst>
          </p:cNvPr>
          <p:cNvSpPr>
            <a:spLocks noGrp="1"/>
          </p:cNvSpPr>
          <p:nvPr>
            <p:ph type="dt" sz="half" idx="10"/>
          </p:nvPr>
        </p:nvSpPr>
        <p:spPr/>
        <p:txBody>
          <a:bodyPr/>
          <a:lstStyle/>
          <a:p>
            <a:fld id="{020AF84E-6660-41FB-BD2E-DEF0E6DDA3E0}" type="datetimeFigureOut">
              <a:rPr lang="es-UY" smtClean="0"/>
              <a:t>5/11/2025</a:t>
            </a:fld>
            <a:endParaRPr lang="es-UY"/>
          </a:p>
        </p:txBody>
      </p:sp>
      <p:sp>
        <p:nvSpPr>
          <p:cNvPr id="8" name="Marcador de pie de página 7">
            <a:extLst>
              <a:ext uri="{FF2B5EF4-FFF2-40B4-BE49-F238E27FC236}">
                <a16:creationId xmlns:a16="http://schemas.microsoft.com/office/drawing/2014/main" id="{44E52503-62B8-40FF-9467-B98A7795878D}"/>
              </a:ext>
            </a:extLst>
          </p:cNvPr>
          <p:cNvSpPr>
            <a:spLocks noGrp="1"/>
          </p:cNvSpPr>
          <p:nvPr>
            <p:ph type="ftr" sz="quarter" idx="11"/>
          </p:nvPr>
        </p:nvSpPr>
        <p:spPr/>
        <p:txBody>
          <a:bodyPr/>
          <a:lstStyle/>
          <a:p>
            <a:endParaRPr lang="es-UY"/>
          </a:p>
        </p:txBody>
      </p:sp>
      <p:sp>
        <p:nvSpPr>
          <p:cNvPr id="9" name="Marcador de número de diapositiva 8">
            <a:extLst>
              <a:ext uri="{FF2B5EF4-FFF2-40B4-BE49-F238E27FC236}">
                <a16:creationId xmlns:a16="http://schemas.microsoft.com/office/drawing/2014/main" id="{05B9E58B-3185-44E8-85FB-42461F62D3B4}"/>
              </a:ext>
            </a:extLst>
          </p:cNvPr>
          <p:cNvSpPr>
            <a:spLocks noGrp="1"/>
          </p:cNvSpPr>
          <p:nvPr>
            <p:ph type="sldNum" sz="quarter" idx="12"/>
          </p:nvPr>
        </p:nvSpPr>
        <p:spPr/>
        <p:txBody>
          <a:bodyPr/>
          <a:lstStyle/>
          <a:p>
            <a:fld id="{17C65435-0EF7-4A2E-AEE5-B26A57F5E120}" type="slidenum">
              <a:rPr lang="es-UY" smtClean="0"/>
              <a:t>‹#›</a:t>
            </a:fld>
            <a:endParaRPr lang="es-UY"/>
          </a:p>
        </p:txBody>
      </p:sp>
    </p:spTree>
    <p:extLst>
      <p:ext uri="{BB962C8B-B14F-4D97-AF65-F5344CB8AC3E}">
        <p14:creationId xmlns:p14="http://schemas.microsoft.com/office/powerpoint/2010/main" val="305904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AE6D74-68BF-4788-9C9C-7092AD5C1E49}"/>
              </a:ext>
            </a:extLst>
          </p:cNvPr>
          <p:cNvSpPr>
            <a:spLocks noGrp="1"/>
          </p:cNvSpPr>
          <p:nvPr>
            <p:ph type="title"/>
          </p:nvPr>
        </p:nvSpPr>
        <p:spPr/>
        <p:txBody>
          <a:bodyPr/>
          <a:lstStyle/>
          <a:p>
            <a:r>
              <a:rPr lang="es-ES"/>
              <a:t>Haga clic para modificar el estilo de título del patrón</a:t>
            </a:r>
            <a:endParaRPr lang="es-UY"/>
          </a:p>
        </p:txBody>
      </p:sp>
      <p:sp>
        <p:nvSpPr>
          <p:cNvPr id="3" name="Marcador de fecha 2">
            <a:extLst>
              <a:ext uri="{FF2B5EF4-FFF2-40B4-BE49-F238E27FC236}">
                <a16:creationId xmlns:a16="http://schemas.microsoft.com/office/drawing/2014/main" id="{289E8142-D5D9-408E-AACE-57BBF1098EFA}"/>
              </a:ext>
            </a:extLst>
          </p:cNvPr>
          <p:cNvSpPr>
            <a:spLocks noGrp="1"/>
          </p:cNvSpPr>
          <p:nvPr>
            <p:ph type="dt" sz="half" idx="10"/>
          </p:nvPr>
        </p:nvSpPr>
        <p:spPr/>
        <p:txBody>
          <a:bodyPr/>
          <a:lstStyle/>
          <a:p>
            <a:fld id="{020AF84E-6660-41FB-BD2E-DEF0E6DDA3E0}" type="datetimeFigureOut">
              <a:rPr lang="es-UY" smtClean="0"/>
              <a:t>5/11/2025</a:t>
            </a:fld>
            <a:endParaRPr lang="es-UY"/>
          </a:p>
        </p:txBody>
      </p:sp>
      <p:sp>
        <p:nvSpPr>
          <p:cNvPr id="4" name="Marcador de pie de página 3">
            <a:extLst>
              <a:ext uri="{FF2B5EF4-FFF2-40B4-BE49-F238E27FC236}">
                <a16:creationId xmlns:a16="http://schemas.microsoft.com/office/drawing/2014/main" id="{AF183938-678E-4392-A898-D8DECCAA2C2B}"/>
              </a:ext>
            </a:extLst>
          </p:cNvPr>
          <p:cNvSpPr>
            <a:spLocks noGrp="1"/>
          </p:cNvSpPr>
          <p:nvPr>
            <p:ph type="ftr" sz="quarter" idx="11"/>
          </p:nvPr>
        </p:nvSpPr>
        <p:spPr/>
        <p:txBody>
          <a:bodyPr/>
          <a:lstStyle/>
          <a:p>
            <a:endParaRPr lang="es-UY"/>
          </a:p>
        </p:txBody>
      </p:sp>
      <p:sp>
        <p:nvSpPr>
          <p:cNvPr id="5" name="Marcador de número de diapositiva 4">
            <a:extLst>
              <a:ext uri="{FF2B5EF4-FFF2-40B4-BE49-F238E27FC236}">
                <a16:creationId xmlns:a16="http://schemas.microsoft.com/office/drawing/2014/main" id="{117E0FDD-59BB-4D31-BFFE-923DE911593F}"/>
              </a:ext>
            </a:extLst>
          </p:cNvPr>
          <p:cNvSpPr>
            <a:spLocks noGrp="1"/>
          </p:cNvSpPr>
          <p:nvPr>
            <p:ph type="sldNum" sz="quarter" idx="12"/>
          </p:nvPr>
        </p:nvSpPr>
        <p:spPr/>
        <p:txBody>
          <a:bodyPr/>
          <a:lstStyle/>
          <a:p>
            <a:fld id="{17C65435-0EF7-4A2E-AEE5-B26A57F5E120}" type="slidenum">
              <a:rPr lang="es-UY" smtClean="0"/>
              <a:t>‹#›</a:t>
            </a:fld>
            <a:endParaRPr lang="es-UY"/>
          </a:p>
        </p:txBody>
      </p:sp>
    </p:spTree>
    <p:extLst>
      <p:ext uri="{BB962C8B-B14F-4D97-AF65-F5344CB8AC3E}">
        <p14:creationId xmlns:p14="http://schemas.microsoft.com/office/powerpoint/2010/main" val="3256800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4CB5821-43DF-4762-9E59-AB3DC616E7F4}"/>
              </a:ext>
            </a:extLst>
          </p:cNvPr>
          <p:cNvSpPr>
            <a:spLocks noGrp="1"/>
          </p:cNvSpPr>
          <p:nvPr>
            <p:ph type="dt" sz="half" idx="10"/>
          </p:nvPr>
        </p:nvSpPr>
        <p:spPr/>
        <p:txBody>
          <a:bodyPr/>
          <a:lstStyle/>
          <a:p>
            <a:fld id="{020AF84E-6660-41FB-BD2E-DEF0E6DDA3E0}" type="datetimeFigureOut">
              <a:rPr lang="es-UY" smtClean="0"/>
              <a:t>5/11/2025</a:t>
            </a:fld>
            <a:endParaRPr lang="es-UY"/>
          </a:p>
        </p:txBody>
      </p:sp>
      <p:sp>
        <p:nvSpPr>
          <p:cNvPr id="3" name="Marcador de pie de página 2">
            <a:extLst>
              <a:ext uri="{FF2B5EF4-FFF2-40B4-BE49-F238E27FC236}">
                <a16:creationId xmlns:a16="http://schemas.microsoft.com/office/drawing/2014/main" id="{A61BF89D-2DCD-49C6-B244-27EA28D080C3}"/>
              </a:ext>
            </a:extLst>
          </p:cNvPr>
          <p:cNvSpPr>
            <a:spLocks noGrp="1"/>
          </p:cNvSpPr>
          <p:nvPr>
            <p:ph type="ftr" sz="quarter" idx="11"/>
          </p:nvPr>
        </p:nvSpPr>
        <p:spPr/>
        <p:txBody>
          <a:bodyPr/>
          <a:lstStyle/>
          <a:p>
            <a:endParaRPr lang="es-UY"/>
          </a:p>
        </p:txBody>
      </p:sp>
      <p:sp>
        <p:nvSpPr>
          <p:cNvPr id="4" name="Marcador de número de diapositiva 3">
            <a:extLst>
              <a:ext uri="{FF2B5EF4-FFF2-40B4-BE49-F238E27FC236}">
                <a16:creationId xmlns:a16="http://schemas.microsoft.com/office/drawing/2014/main" id="{B83DDBA4-E725-453F-AF4B-6C80E8BC6355}"/>
              </a:ext>
            </a:extLst>
          </p:cNvPr>
          <p:cNvSpPr>
            <a:spLocks noGrp="1"/>
          </p:cNvSpPr>
          <p:nvPr>
            <p:ph type="sldNum" sz="quarter" idx="12"/>
          </p:nvPr>
        </p:nvSpPr>
        <p:spPr/>
        <p:txBody>
          <a:bodyPr/>
          <a:lstStyle/>
          <a:p>
            <a:fld id="{17C65435-0EF7-4A2E-AEE5-B26A57F5E120}" type="slidenum">
              <a:rPr lang="es-UY" smtClean="0"/>
              <a:t>‹#›</a:t>
            </a:fld>
            <a:endParaRPr lang="es-UY"/>
          </a:p>
        </p:txBody>
      </p:sp>
    </p:spTree>
    <p:extLst>
      <p:ext uri="{BB962C8B-B14F-4D97-AF65-F5344CB8AC3E}">
        <p14:creationId xmlns:p14="http://schemas.microsoft.com/office/powerpoint/2010/main" val="67408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C60DDB-77C0-4C71-8CCE-05AB5ACBD07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UY"/>
          </a:p>
        </p:txBody>
      </p:sp>
      <p:sp>
        <p:nvSpPr>
          <p:cNvPr id="3" name="Marcador de contenido 2">
            <a:extLst>
              <a:ext uri="{FF2B5EF4-FFF2-40B4-BE49-F238E27FC236}">
                <a16:creationId xmlns:a16="http://schemas.microsoft.com/office/drawing/2014/main" id="{971C6D3A-BD21-43E2-AF1E-4BEA4B4276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4" name="Marcador de texto 3">
            <a:extLst>
              <a:ext uri="{FF2B5EF4-FFF2-40B4-BE49-F238E27FC236}">
                <a16:creationId xmlns:a16="http://schemas.microsoft.com/office/drawing/2014/main" id="{91487E9C-CAA0-4705-B209-A3ED584FED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9BD4B88-5991-4AD1-BFD7-4EDE9406E49B}"/>
              </a:ext>
            </a:extLst>
          </p:cNvPr>
          <p:cNvSpPr>
            <a:spLocks noGrp="1"/>
          </p:cNvSpPr>
          <p:nvPr>
            <p:ph type="dt" sz="half" idx="10"/>
          </p:nvPr>
        </p:nvSpPr>
        <p:spPr/>
        <p:txBody>
          <a:bodyPr/>
          <a:lstStyle/>
          <a:p>
            <a:fld id="{020AF84E-6660-41FB-BD2E-DEF0E6DDA3E0}" type="datetimeFigureOut">
              <a:rPr lang="es-UY" smtClean="0"/>
              <a:t>5/11/2025</a:t>
            </a:fld>
            <a:endParaRPr lang="es-UY"/>
          </a:p>
        </p:txBody>
      </p:sp>
      <p:sp>
        <p:nvSpPr>
          <p:cNvPr id="6" name="Marcador de pie de página 5">
            <a:extLst>
              <a:ext uri="{FF2B5EF4-FFF2-40B4-BE49-F238E27FC236}">
                <a16:creationId xmlns:a16="http://schemas.microsoft.com/office/drawing/2014/main" id="{99E36594-B215-4C00-B38F-4E9B3082AEB1}"/>
              </a:ext>
            </a:extLst>
          </p:cNvPr>
          <p:cNvSpPr>
            <a:spLocks noGrp="1"/>
          </p:cNvSpPr>
          <p:nvPr>
            <p:ph type="ftr" sz="quarter" idx="11"/>
          </p:nvPr>
        </p:nvSpPr>
        <p:spPr/>
        <p:txBody>
          <a:bodyPr/>
          <a:lstStyle/>
          <a:p>
            <a:endParaRPr lang="es-UY"/>
          </a:p>
        </p:txBody>
      </p:sp>
      <p:sp>
        <p:nvSpPr>
          <p:cNvPr id="7" name="Marcador de número de diapositiva 6">
            <a:extLst>
              <a:ext uri="{FF2B5EF4-FFF2-40B4-BE49-F238E27FC236}">
                <a16:creationId xmlns:a16="http://schemas.microsoft.com/office/drawing/2014/main" id="{11F0645D-5327-439C-8008-AD46DE86D3C4}"/>
              </a:ext>
            </a:extLst>
          </p:cNvPr>
          <p:cNvSpPr>
            <a:spLocks noGrp="1"/>
          </p:cNvSpPr>
          <p:nvPr>
            <p:ph type="sldNum" sz="quarter" idx="12"/>
          </p:nvPr>
        </p:nvSpPr>
        <p:spPr/>
        <p:txBody>
          <a:bodyPr/>
          <a:lstStyle/>
          <a:p>
            <a:fld id="{17C65435-0EF7-4A2E-AEE5-B26A57F5E120}" type="slidenum">
              <a:rPr lang="es-UY" smtClean="0"/>
              <a:t>‹#›</a:t>
            </a:fld>
            <a:endParaRPr lang="es-UY"/>
          </a:p>
        </p:txBody>
      </p:sp>
    </p:spTree>
    <p:extLst>
      <p:ext uri="{BB962C8B-B14F-4D97-AF65-F5344CB8AC3E}">
        <p14:creationId xmlns:p14="http://schemas.microsoft.com/office/powerpoint/2010/main" val="390979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89273A-3C19-468C-B204-729ACDC6361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UY"/>
          </a:p>
        </p:txBody>
      </p:sp>
      <p:sp>
        <p:nvSpPr>
          <p:cNvPr id="3" name="Marcador de posición de imagen 2">
            <a:extLst>
              <a:ext uri="{FF2B5EF4-FFF2-40B4-BE49-F238E27FC236}">
                <a16:creationId xmlns:a16="http://schemas.microsoft.com/office/drawing/2014/main" id="{C5995113-D160-4CEC-8CAA-B045A19DA1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UY"/>
          </a:p>
        </p:txBody>
      </p:sp>
      <p:sp>
        <p:nvSpPr>
          <p:cNvPr id="4" name="Marcador de texto 3">
            <a:extLst>
              <a:ext uri="{FF2B5EF4-FFF2-40B4-BE49-F238E27FC236}">
                <a16:creationId xmlns:a16="http://schemas.microsoft.com/office/drawing/2014/main" id="{CF2FC883-3D37-4D5C-AE31-D3B5900357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668B948-A494-45A4-883C-982FBDECF3E8}"/>
              </a:ext>
            </a:extLst>
          </p:cNvPr>
          <p:cNvSpPr>
            <a:spLocks noGrp="1"/>
          </p:cNvSpPr>
          <p:nvPr>
            <p:ph type="dt" sz="half" idx="10"/>
          </p:nvPr>
        </p:nvSpPr>
        <p:spPr/>
        <p:txBody>
          <a:bodyPr/>
          <a:lstStyle/>
          <a:p>
            <a:fld id="{020AF84E-6660-41FB-BD2E-DEF0E6DDA3E0}" type="datetimeFigureOut">
              <a:rPr lang="es-UY" smtClean="0"/>
              <a:t>5/11/2025</a:t>
            </a:fld>
            <a:endParaRPr lang="es-UY"/>
          </a:p>
        </p:txBody>
      </p:sp>
      <p:sp>
        <p:nvSpPr>
          <p:cNvPr id="6" name="Marcador de pie de página 5">
            <a:extLst>
              <a:ext uri="{FF2B5EF4-FFF2-40B4-BE49-F238E27FC236}">
                <a16:creationId xmlns:a16="http://schemas.microsoft.com/office/drawing/2014/main" id="{AA884590-7785-4AA8-9ABC-3B2880A5CA99}"/>
              </a:ext>
            </a:extLst>
          </p:cNvPr>
          <p:cNvSpPr>
            <a:spLocks noGrp="1"/>
          </p:cNvSpPr>
          <p:nvPr>
            <p:ph type="ftr" sz="quarter" idx="11"/>
          </p:nvPr>
        </p:nvSpPr>
        <p:spPr/>
        <p:txBody>
          <a:bodyPr/>
          <a:lstStyle/>
          <a:p>
            <a:endParaRPr lang="es-UY"/>
          </a:p>
        </p:txBody>
      </p:sp>
      <p:sp>
        <p:nvSpPr>
          <p:cNvPr id="7" name="Marcador de número de diapositiva 6">
            <a:extLst>
              <a:ext uri="{FF2B5EF4-FFF2-40B4-BE49-F238E27FC236}">
                <a16:creationId xmlns:a16="http://schemas.microsoft.com/office/drawing/2014/main" id="{D5DB0DA4-5834-425A-9CAD-DDD5A8F98C68}"/>
              </a:ext>
            </a:extLst>
          </p:cNvPr>
          <p:cNvSpPr>
            <a:spLocks noGrp="1"/>
          </p:cNvSpPr>
          <p:nvPr>
            <p:ph type="sldNum" sz="quarter" idx="12"/>
          </p:nvPr>
        </p:nvSpPr>
        <p:spPr/>
        <p:txBody>
          <a:bodyPr/>
          <a:lstStyle/>
          <a:p>
            <a:fld id="{17C65435-0EF7-4A2E-AEE5-B26A57F5E120}" type="slidenum">
              <a:rPr lang="es-UY" smtClean="0"/>
              <a:t>‹#›</a:t>
            </a:fld>
            <a:endParaRPr lang="es-UY"/>
          </a:p>
        </p:txBody>
      </p:sp>
    </p:spTree>
    <p:extLst>
      <p:ext uri="{BB962C8B-B14F-4D97-AF65-F5344CB8AC3E}">
        <p14:creationId xmlns:p14="http://schemas.microsoft.com/office/powerpoint/2010/main" val="1336220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0EF7B0-3C86-4BB6-AF7E-F0C765ED4D53}"/>
              </a:ext>
            </a:extLst>
          </p:cNvPr>
          <p:cNvSpPr>
            <a:spLocks noGrp="1"/>
          </p:cNvSpPr>
          <p:nvPr>
            <p:ph type="title"/>
          </p:nvPr>
        </p:nvSpPr>
        <p:spPr/>
        <p:txBody>
          <a:bodyPr/>
          <a:lstStyle/>
          <a:p>
            <a:r>
              <a:rPr lang="es-ES"/>
              <a:t>Haga clic para modificar el estilo de título del patrón</a:t>
            </a:r>
            <a:endParaRPr lang="es-UY"/>
          </a:p>
        </p:txBody>
      </p:sp>
      <p:sp>
        <p:nvSpPr>
          <p:cNvPr id="3" name="Marcador de texto vertical 2">
            <a:extLst>
              <a:ext uri="{FF2B5EF4-FFF2-40B4-BE49-F238E27FC236}">
                <a16:creationId xmlns:a16="http://schemas.microsoft.com/office/drawing/2014/main" id="{377FF717-907C-4721-8AFD-8EA74629605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4" name="Marcador de fecha 3">
            <a:extLst>
              <a:ext uri="{FF2B5EF4-FFF2-40B4-BE49-F238E27FC236}">
                <a16:creationId xmlns:a16="http://schemas.microsoft.com/office/drawing/2014/main" id="{7133DBAC-681B-48C3-93BD-2971857FECE5}"/>
              </a:ext>
            </a:extLst>
          </p:cNvPr>
          <p:cNvSpPr>
            <a:spLocks noGrp="1"/>
          </p:cNvSpPr>
          <p:nvPr>
            <p:ph type="dt" sz="half" idx="10"/>
          </p:nvPr>
        </p:nvSpPr>
        <p:spPr/>
        <p:txBody>
          <a:bodyPr/>
          <a:lstStyle/>
          <a:p>
            <a:fld id="{020AF84E-6660-41FB-BD2E-DEF0E6DDA3E0}" type="datetimeFigureOut">
              <a:rPr lang="es-UY" smtClean="0"/>
              <a:t>5/11/2025</a:t>
            </a:fld>
            <a:endParaRPr lang="es-UY"/>
          </a:p>
        </p:txBody>
      </p:sp>
      <p:sp>
        <p:nvSpPr>
          <p:cNvPr id="5" name="Marcador de pie de página 4">
            <a:extLst>
              <a:ext uri="{FF2B5EF4-FFF2-40B4-BE49-F238E27FC236}">
                <a16:creationId xmlns:a16="http://schemas.microsoft.com/office/drawing/2014/main" id="{5FC8F57F-F4E7-47B4-B04A-07A2F11552CF}"/>
              </a:ext>
            </a:extLst>
          </p:cNvPr>
          <p:cNvSpPr>
            <a:spLocks noGrp="1"/>
          </p:cNvSpPr>
          <p:nvPr>
            <p:ph type="ftr" sz="quarter" idx="11"/>
          </p:nvPr>
        </p:nvSpPr>
        <p:spPr/>
        <p:txBody>
          <a:bodyPr/>
          <a:lstStyle/>
          <a:p>
            <a:endParaRPr lang="es-UY"/>
          </a:p>
        </p:txBody>
      </p:sp>
      <p:sp>
        <p:nvSpPr>
          <p:cNvPr id="6" name="Marcador de número de diapositiva 5">
            <a:extLst>
              <a:ext uri="{FF2B5EF4-FFF2-40B4-BE49-F238E27FC236}">
                <a16:creationId xmlns:a16="http://schemas.microsoft.com/office/drawing/2014/main" id="{9FCF83CD-1927-4115-8D8A-3F793326CBC3}"/>
              </a:ext>
            </a:extLst>
          </p:cNvPr>
          <p:cNvSpPr>
            <a:spLocks noGrp="1"/>
          </p:cNvSpPr>
          <p:nvPr>
            <p:ph type="sldNum" sz="quarter" idx="12"/>
          </p:nvPr>
        </p:nvSpPr>
        <p:spPr/>
        <p:txBody>
          <a:bodyPr/>
          <a:lstStyle/>
          <a:p>
            <a:fld id="{17C65435-0EF7-4A2E-AEE5-B26A57F5E120}" type="slidenum">
              <a:rPr lang="es-UY" smtClean="0"/>
              <a:t>‹#›</a:t>
            </a:fld>
            <a:endParaRPr lang="es-UY"/>
          </a:p>
        </p:txBody>
      </p:sp>
    </p:spTree>
    <p:extLst>
      <p:ext uri="{BB962C8B-B14F-4D97-AF65-F5344CB8AC3E}">
        <p14:creationId xmlns:p14="http://schemas.microsoft.com/office/powerpoint/2010/main" val="2209598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4C83E37-3F0D-4E9B-B4AB-C6C481EBBDF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UY"/>
          </a:p>
        </p:txBody>
      </p:sp>
      <p:sp>
        <p:nvSpPr>
          <p:cNvPr id="3" name="Marcador de texto vertical 2">
            <a:extLst>
              <a:ext uri="{FF2B5EF4-FFF2-40B4-BE49-F238E27FC236}">
                <a16:creationId xmlns:a16="http://schemas.microsoft.com/office/drawing/2014/main" id="{AB03CD06-1839-44D3-BCA2-A98931F5796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4" name="Marcador de fecha 3">
            <a:extLst>
              <a:ext uri="{FF2B5EF4-FFF2-40B4-BE49-F238E27FC236}">
                <a16:creationId xmlns:a16="http://schemas.microsoft.com/office/drawing/2014/main" id="{6519CECF-B68F-4D35-9DA7-5F3C2C9BCED2}"/>
              </a:ext>
            </a:extLst>
          </p:cNvPr>
          <p:cNvSpPr>
            <a:spLocks noGrp="1"/>
          </p:cNvSpPr>
          <p:nvPr>
            <p:ph type="dt" sz="half" idx="10"/>
          </p:nvPr>
        </p:nvSpPr>
        <p:spPr/>
        <p:txBody>
          <a:bodyPr/>
          <a:lstStyle/>
          <a:p>
            <a:fld id="{020AF84E-6660-41FB-BD2E-DEF0E6DDA3E0}" type="datetimeFigureOut">
              <a:rPr lang="es-UY" smtClean="0"/>
              <a:t>5/11/2025</a:t>
            </a:fld>
            <a:endParaRPr lang="es-UY"/>
          </a:p>
        </p:txBody>
      </p:sp>
      <p:sp>
        <p:nvSpPr>
          <p:cNvPr id="5" name="Marcador de pie de página 4">
            <a:extLst>
              <a:ext uri="{FF2B5EF4-FFF2-40B4-BE49-F238E27FC236}">
                <a16:creationId xmlns:a16="http://schemas.microsoft.com/office/drawing/2014/main" id="{188EA71A-F03A-4C2F-819A-5CF0D859FD53}"/>
              </a:ext>
            </a:extLst>
          </p:cNvPr>
          <p:cNvSpPr>
            <a:spLocks noGrp="1"/>
          </p:cNvSpPr>
          <p:nvPr>
            <p:ph type="ftr" sz="quarter" idx="11"/>
          </p:nvPr>
        </p:nvSpPr>
        <p:spPr/>
        <p:txBody>
          <a:bodyPr/>
          <a:lstStyle/>
          <a:p>
            <a:endParaRPr lang="es-UY"/>
          </a:p>
        </p:txBody>
      </p:sp>
      <p:sp>
        <p:nvSpPr>
          <p:cNvPr id="6" name="Marcador de número de diapositiva 5">
            <a:extLst>
              <a:ext uri="{FF2B5EF4-FFF2-40B4-BE49-F238E27FC236}">
                <a16:creationId xmlns:a16="http://schemas.microsoft.com/office/drawing/2014/main" id="{40528C45-90DB-483B-9871-2F561CF7F3C3}"/>
              </a:ext>
            </a:extLst>
          </p:cNvPr>
          <p:cNvSpPr>
            <a:spLocks noGrp="1"/>
          </p:cNvSpPr>
          <p:nvPr>
            <p:ph type="sldNum" sz="quarter" idx="12"/>
          </p:nvPr>
        </p:nvSpPr>
        <p:spPr/>
        <p:txBody>
          <a:bodyPr/>
          <a:lstStyle/>
          <a:p>
            <a:fld id="{17C65435-0EF7-4A2E-AEE5-B26A57F5E120}" type="slidenum">
              <a:rPr lang="es-UY" smtClean="0"/>
              <a:t>‹#›</a:t>
            </a:fld>
            <a:endParaRPr lang="es-UY"/>
          </a:p>
        </p:txBody>
      </p:sp>
    </p:spTree>
    <p:extLst>
      <p:ext uri="{BB962C8B-B14F-4D97-AF65-F5344CB8AC3E}">
        <p14:creationId xmlns:p14="http://schemas.microsoft.com/office/powerpoint/2010/main" val="575886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B8538BB-581D-4B77-8C44-9749B71BAC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UY"/>
          </a:p>
        </p:txBody>
      </p:sp>
      <p:sp>
        <p:nvSpPr>
          <p:cNvPr id="3" name="Marcador de texto 2">
            <a:extLst>
              <a:ext uri="{FF2B5EF4-FFF2-40B4-BE49-F238E27FC236}">
                <a16:creationId xmlns:a16="http://schemas.microsoft.com/office/drawing/2014/main" id="{228445D3-A421-4070-A39F-DAC8FC63D7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UY"/>
          </a:p>
        </p:txBody>
      </p:sp>
      <p:sp>
        <p:nvSpPr>
          <p:cNvPr id="4" name="Marcador de fecha 3">
            <a:extLst>
              <a:ext uri="{FF2B5EF4-FFF2-40B4-BE49-F238E27FC236}">
                <a16:creationId xmlns:a16="http://schemas.microsoft.com/office/drawing/2014/main" id="{64DD4A5B-D0C0-4C59-8421-DE40EA24A0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0AF84E-6660-41FB-BD2E-DEF0E6DDA3E0}" type="datetimeFigureOut">
              <a:rPr lang="es-UY" smtClean="0"/>
              <a:t>5/11/2025</a:t>
            </a:fld>
            <a:endParaRPr lang="es-UY"/>
          </a:p>
        </p:txBody>
      </p:sp>
      <p:sp>
        <p:nvSpPr>
          <p:cNvPr id="5" name="Marcador de pie de página 4">
            <a:extLst>
              <a:ext uri="{FF2B5EF4-FFF2-40B4-BE49-F238E27FC236}">
                <a16:creationId xmlns:a16="http://schemas.microsoft.com/office/drawing/2014/main" id="{038BCD08-BF93-4290-A8EB-B4F980D87E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UY"/>
          </a:p>
        </p:txBody>
      </p:sp>
      <p:sp>
        <p:nvSpPr>
          <p:cNvPr id="6" name="Marcador de número de diapositiva 5">
            <a:extLst>
              <a:ext uri="{FF2B5EF4-FFF2-40B4-BE49-F238E27FC236}">
                <a16:creationId xmlns:a16="http://schemas.microsoft.com/office/drawing/2014/main" id="{595EB8F1-877B-438E-B08F-322D0DA5BF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C65435-0EF7-4A2E-AEE5-B26A57F5E120}" type="slidenum">
              <a:rPr lang="es-UY" smtClean="0"/>
              <a:t>‹#›</a:t>
            </a:fld>
            <a:endParaRPr lang="es-UY"/>
          </a:p>
        </p:txBody>
      </p:sp>
    </p:spTree>
    <p:extLst>
      <p:ext uri="{BB962C8B-B14F-4D97-AF65-F5344CB8AC3E}">
        <p14:creationId xmlns:p14="http://schemas.microsoft.com/office/powerpoint/2010/main" val="298048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ailto:datachallenge@ancap.com.uy"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cid:image003.png@01DC348B.C0045480"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cid:image004.png@01DC348C.5FDC2140"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mailto:datachallenge@ancap.com.uy"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mailto:datachallenge@ancap.com.uy" TargetMode="External"/><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sign&#10;&#10;AI-generated content may be incorrect.">
            <a:extLst>
              <a:ext uri="{FF2B5EF4-FFF2-40B4-BE49-F238E27FC236}">
                <a16:creationId xmlns:a16="http://schemas.microsoft.com/office/drawing/2014/main" id="{59830CDE-9CA0-09A6-C676-1DB28A5E74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490" y="1173987"/>
            <a:ext cx="11383964" cy="3312160"/>
          </a:xfrm>
          <a:prstGeom prst="rect">
            <a:avLst/>
          </a:prstGeom>
        </p:spPr>
      </p:pic>
      <p:sp>
        <p:nvSpPr>
          <p:cNvPr id="2" name="Título 1">
            <a:extLst>
              <a:ext uri="{FF2B5EF4-FFF2-40B4-BE49-F238E27FC236}">
                <a16:creationId xmlns:a16="http://schemas.microsoft.com/office/drawing/2014/main" id="{B19116A6-26ED-44E5-8496-F223655B2CA8}"/>
              </a:ext>
            </a:extLst>
          </p:cNvPr>
          <p:cNvSpPr>
            <a:spLocks noGrp="1"/>
          </p:cNvSpPr>
          <p:nvPr>
            <p:ph type="ctrTitle"/>
          </p:nvPr>
        </p:nvSpPr>
        <p:spPr>
          <a:xfrm>
            <a:off x="634477" y="2571200"/>
            <a:ext cx="5517995" cy="1715600"/>
          </a:xfrm>
        </p:spPr>
        <p:txBody>
          <a:bodyPr>
            <a:normAutofit fontScale="90000"/>
          </a:bodyPr>
          <a:lstStyle/>
          <a:p>
            <a:r>
              <a:rPr lang="es-ES" b="1" dirty="0">
                <a:solidFill>
                  <a:schemeClr val="bg1"/>
                </a:solidFill>
              </a:rPr>
              <a:t>Descripción del caso y de los datos</a:t>
            </a:r>
            <a:br>
              <a:rPr lang="es-ES" b="1" dirty="0">
                <a:solidFill>
                  <a:schemeClr val="bg1"/>
                </a:solidFill>
              </a:rPr>
            </a:br>
            <a:br>
              <a:rPr lang="es-ES" b="1" dirty="0">
                <a:solidFill>
                  <a:schemeClr val="bg1"/>
                </a:solidFill>
              </a:rPr>
            </a:br>
            <a:r>
              <a:rPr lang="es-ES" sz="2700" b="1" dirty="0">
                <a:solidFill>
                  <a:schemeClr val="bg1"/>
                </a:solidFill>
              </a:rPr>
              <a:t>21/10/25</a:t>
            </a:r>
            <a:endParaRPr lang="es-UY" sz="2700" b="1" dirty="0">
              <a:solidFill>
                <a:schemeClr val="bg1"/>
              </a:solidFill>
            </a:endParaRPr>
          </a:p>
        </p:txBody>
      </p:sp>
    </p:spTree>
    <p:extLst>
      <p:ext uri="{BB962C8B-B14F-4D97-AF65-F5344CB8AC3E}">
        <p14:creationId xmlns:p14="http://schemas.microsoft.com/office/powerpoint/2010/main" val="3425839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D5F49-9BAB-0EB8-828E-ECBD6F29029A}"/>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267539D6-ECAC-878D-A83A-5EF712FB9585}"/>
              </a:ext>
            </a:extLst>
          </p:cNvPr>
          <p:cNvPicPr>
            <a:picLocks noChangeAspect="1"/>
          </p:cNvPicPr>
          <p:nvPr/>
        </p:nvPicPr>
        <p:blipFill>
          <a:blip r:embed="rId2"/>
          <a:stretch>
            <a:fillRect/>
          </a:stretch>
        </p:blipFill>
        <p:spPr>
          <a:xfrm>
            <a:off x="659016" y="631270"/>
            <a:ext cx="11364911" cy="704877"/>
          </a:xfrm>
          <a:prstGeom prst="rect">
            <a:avLst/>
          </a:prstGeom>
        </p:spPr>
      </p:pic>
      <p:sp>
        <p:nvSpPr>
          <p:cNvPr id="5" name="Título 1">
            <a:extLst>
              <a:ext uri="{FF2B5EF4-FFF2-40B4-BE49-F238E27FC236}">
                <a16:creationId xmlns:a16="http://schemas.microsoft.com/office/drawing/2014/main" id="{D673E6B4-B268-5C57-0C11-31F2248052D4}"/>
              </a:ext>
            </a:extLst>
          </p:cNvPr>
          <p:cNvSpPr>
            <a:spLocks noGrp="1"/>
          </p:cNvSpPr>
          <p:nvPr>
            <p:ph type="title"/>
          </p:nvPr>
        </p:nvSpPr>
        <p:spPr>
          <a:xfrm>
            <a:off x="838200" y="582118"/>
            <a:ext cx="10515600" cy="803182"/>
          </a:xfrm>
        </p:spPr>
        <p:txBody>
          <a:bodyPr>
            <a:normAutofit/>
          </a:bodyPr>
          <a:lstStyle/>
          <a:p>
            <a:r>
              <a:rPr lang="es-ES" b="1" dirty="0">
                <a:solidFill>
                  <a:schemeClr val="bg1"/>
                </a:solidFill>
              </a:rPr>
              <a:t>Agenda</a:t>
            </a:r>
            <a:endParaRPr lang="es-UY" b="1" dirty="0">
              <a:solidFill>
                <a:schemeClr val="bg1"/>
              </a:solidFill>
            </a:endParaRPr>
          </a:p>
        </p:txBody>
      </p:sp>
      <p:sp>
        <p:nvSpPr>
          <p:cNvPr id="19" name="TextBox 18">
            <a:extLst>
              <a:ext uri="{FF2B5EF4-FFF2-40B4-BE49-F238E27FC236}">
                <a16:creationId xmlns:a16="http://schemas.microsoft.com/office/drawing/2014/main" id="{AE489760-FDB1-BACE-B160-8E2F829D25AD}"/>
              </a:ext>
            </a:extLst>
          </p:cNvPr>
          <p:cNvSpPr txBox="1"/>
          <p:nvPr/>
        </p:nvSpPr>
        <p:spPr>
          <a:xfrm>
            <a:off x="838199" y="1997839"/>
            <a:ext cx="10238117" cy="3046988"/>
          </a:xfrm>
          <a:prstGeom prst="rect">
            <a:avLst/>
          </a:prstGeom>
          <a:noFill/>
        </p:spPr>
        <p:txBody>
          <a:bodyPr wrap="square">
            <a:spAutoFit/>
          </a:bodyPr>
          <a:lstStyle/>
          <a:p>
            <a:pPr marL="342900" indent="-342900">
              <a:buFont typeface="Arial" panose="020B0604020202020204" pitchFamily="34" charset="0"/>
              <a:buChar char="•"/>
            </a:pPr>
            <a:r>
              <a:rPr lang="es-UY" sz="2400" dirty="0">
                <a:effectLst/>
                <a:latin typeface="Aptos" panose="020B0004020202020204" pitchFamily="34" charset="0"/>
                <a:ea typeface="Calibri" panose="020F0502020204030204" pitchFamily="34" charset="0"/>
                <a:cs typeface="Aptos" panose="020B0004020202020204" pitchFamily="34" charset="0"/>
              </a:rPr>
              <a:t>Bienvenida e información general</a:t>
            </a:r>
          </a:p>
          <a:p>
            <a:pPr marL="342900" indent="-342900">
              <a:buFont typeface="Arial" panose="020B0604020202020204" pitchFamily="34" charset="0"/>
              <a:buChar char="•"/>
            </a:pPr>
            <a:r>
              <a:rPr lang="es-UY" sz="2400" dirty="0">
                <a:latin typeface="Aptos" panose="020B0004020202020204" pitchFamily="34" charset="0"/>
                <a:ea typeface="Calibri" panose="020F0502020204030204" pitchFamily="34" charset="0"/>
                <a:cs typeface="Aptos" panose="020B0004020202020204" pitchFamily="34" charset="0"/>
              </a:rPr>
              <a:t>Descripción del caso</a:t>
            </a:r>
          </a:p>
          <a:p>
            <a:pPr marL="342900" indent="-342900">
              <a:buFont typeface="Arial" panose="020B0604020202020204" pitchFamily="34" charset="0"/>
              <a:buChar char="•"/>
            </a:pPr>
            <a:r>
              <a:rPr lang="es-UY" sz="2400" dirty="0">
                <a:effectLst/>
                <a:latin typeface="Aptos" panose="020B0004020202020204" pitchFamily="34" charset="0"/>
                <a:ea typeface="Calibri" panose="020F0502020204030204" pitchFamily="34" charset="0"/>
                <a:cs typeface="Aptos" panose="020B0004020202020204" pitchFamily="34" charset="0"/>
              </a:rPr>
              <a:t>Descripción de los datos</a:t>
            </a:r>
          </a:p>
          <a:p>
            <a:pPr marL="342900" indent="-342900">
              <a:buFont typeface="Arial" panose="020B0604020202020204" pitchFamily="34" charset="0"/>
              <a:buChar char="•"/>
            </a:pPr>
            <a:r>
              <a:rPr lang="es-ES" sz="2400" dirty="0">
                <a:effectLst/>
                <a:latin typeface="Aptos" panose="020B0004020202020204" pitchFamily="34" charset="0"/>
                <a:ea typeface="Calibri" panose="020F0502020204030204" pitchFamily="34" charset="0"/>
                <a:cs typeface="Aptos" panose="020B0004020202020204" pitchFamily="34" charset="0"/>
              </a:rPr>
              <a:t>Información a entregar y evaluación</a:t>
            </a:r>
          </a:p>
          <a:p>
            <a:pPr marL="342900" indent="-342900">
              <a:buFont typeface="Arial" panose="020B0604020202020204" pitchFamily="34" charset="0"/>
              <a:buChar char="•"/>
            </a:pPr>
            <a:r>
              <a:rPr lang="es-UY" sz="2400" dirty="0">
                <a:effectLst/>
                <a:latin typeface="Aptos" panose="020B0004020202020204" pitchFamily="34" charset="0"/>
                <a:ea typeface="Calibri" panose="020F0502020204030204" pitchFamily="34" charset="0"/>
                <a:cs typeface="Aptos" panose="020B0004020202020204" pitchFamily="34" charset="0"/>
              </a:rPr>
              <a:t>Próximas instancias</a:t>
            </a:r>
          </a:p>
          <a:p>
            <a:pPr marL="342900" indent="-342900">
              <a:buFont typeface="Arial" panose="020B0604020202020204" pitchFamily="34" charset="0"/>
              <a:buChar char="•"/>
            </a:pPr>
            <a:endParaRPr lang="es-UY" sz="2400" dirty="0">
              <a:effectLst/>
              <a:latin typeface="Aptos" panose="020B0004020202020204" pitchFamily="34" charset="0"/>
              <a:ea typeface="Calibri" panose="020F0502020204030204" pitchFamily="34" charset="0"/>
              <a:cs typeface="Aptos" panose="020B0004020202020204" pitchFamily="34" charset="0"/>
            </a:endParaRPr>
          </a:p>
          <a:p>
            <a:pPr marL="342900" indent="-342900">
              <a:buFont typeface="Arial" panose="020B0604020202020204" pitchFamily="34" charset="0"/>
              <a:buChar char="•"/>
            </a:pPr>
            <a:endParaRPr lang="es-UY" sz="2400" dirty="0">
              <a:effectLst/>
              <a:latin typeface="Aptos" panose="020B0004020202020204" pitchFamily="34" charset="0"/>
              <a:ea typeface="Calibri" panose="020F0502020204030204" pitchFamily="34" charset="0"/>
              <a:cs typeface="Aptos" panose="020B0004020202020204" pitchFamily="34" charset="0"/>
            </a:endParaRPr>
          </a:p>
          <a:p>
            <a:pPr>
              <a:buNone/>
            </a:pPr>
            <a:endParaRPr lang="es-UY" sz="2400" dirty="0">
              <a:effectLst/>
              <a:latin typeface="Aptos" panose="020B0004020202020204" pitchFamily="34" charset="0"/>
              <a:ea typeface="Calibri" panose="020F0502020204030204" pitchFamily="34" charset="0"/>
              <a:cs typeface="Aptos" panose="020B0004020202020204" pitchFamily="34" charset="0"/>
            </a:endParaRPr>
          </a:p>
        </p:txBody>
      </p:sp>
    </p:spTree>
    <p:extLst>
      <p:ext uri="{BB962C8B-B14F-4D97-AF65-F5344CB8AC3E}">
        <p14:creationId xmlns:p14="http://schemas.microsoft.com/office/powerpoint/2010/main" val="422616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61DB3-EF8F-043F-3A7F-D1085DC7F4AA}"/>
            </a:ext>
          </a:extLst>
        </p:cNvPr>
        <p:cNvGrpSpPr/>
        <p:nvPr/>
      </p:nvGrpSpPr>
      <p:grpSpPr>
        <a:xfrm>
          <a:off x="0" y="0"/>
          <a:ext cx="0" cy="0"/>
          <a:chOff x="0" y="0"/>
          <a:chExt cx="0" cy="0"/>
        </a:xfrm>
      </p:grpSpPr>
      <p:pic>
        <p:nvPicPr>
          <p:cNvPr id="4" name="Picture 3" descr="A close up of a sign&#10;&#10;AI-generated content may be incorrect.">
            <a:extLst>
              <a:ext uri="{FF2B5EF4-FFF2-40B4-BE49-F238E27FC236}">
                <a16:creationId xmlns:a16="http://schemas.microsoft.com/office/drawing/2014/main" id="{BBA4E546-AB70-A9EC-3632-9D81A89EF3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490" y="1173987"/>
            <a:ext cx="11383964" cy="3312160"/>
          </a:xfrm>
          <a:prstGeom prst="rect">
            <a:avLst/>
          </a:prstGeom>
        </p:spPr>
      </p:pic>
      <p:sp>
        <p:nvSpPr>
          <p:cNvPr id="2" name="Título 1">
            <a:extLst>
              <a:ext uri="{FF2B5EF4-FFF2-40B4-BE49-F238E27FC236}">
                <a16:creationId xmlns:a16="http://schemas.microsoft.com/office/drawing/2014/main" id="{9E32D725-7957-0C50-F005-39278E3F5843}"/>
              </a:ext>
            </a:extLst>
          </p:cNvPr>
          <p:cNvSpPr>
            <a:spLocks noGrp="1"/>
          </p:cNvSpPr>
          <p:nvPr>
            <p:ph type="ctrTitle"/>
          </p:nvPr>
        </p:nvSpPr>
        <p:spPr>
          <a:xfrm>
            <a:off x="347546" y="2141035"/>
            <a:ext cx="5517995" cy="1715600"/>
          </a:xfrm>
        </p:spPr>
        <p:txBody>
          <a:bodyPr>
            <a:normAutofit fontScale="90000"/>
          </a:bodyPr>
          <a:lstStyle/>
          <a:p>
            <a:r>
              <a:rPr lang="es-ES" b="1" dirty="0">
                <a:solidFill>
                  <a:schemeClr val="bg1"/>
                </a:solidFill>
              </a:rPr>
              <a:t>Bienvenida e información general</a:t>
            </a:r>
            <a:endParaRPr lang="es-UY" b="1" dirty="0">
              <a:solidFill>
                <a:schemeClr val="bg1"/>
              </a:solidFill>
            </a:endParaRPr>
          </a:p>
        </p:txBody>
      </p:sp>
    </p:spTree>
    <p:extLst>
      <p:ext uri="{BB962C8B-B14F-4D97-AF65-F5344CB8AC3E}">
        <p14:creationId xmlns:p14="http://schemas.microsoft.com/office/powerpoint/2010/main" val="3836574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62C75-D23F-7D1E-D616-8D92EC8F5164}"/>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8B674019-D4F9-A332-4EA9-C828CF977FEA}"/>
              </a:ext>
            </a:extLst>
          </p:cNvPr>
          <p:cNvPicPr>
            <a:picLocks noChangeAspect="1"/>
          </p:cNvPicPr>
          <p:nvPr/>
        </p:nvPicPr>
        <p:blipFill>
          <a:blip r:embed="rId2"/>
          <a:stretch>
            <a:fillRect/>
          </a:stretch>
        </p:blipFill>
        <p:spPr>
          <a:xfrm>
            <a:off x="659016" y="631270"/>
            <a:ext cx="11364911" cy="704877"/>
          </a:xfrm>
          <a:prstGeom prst="rect">
            <a:avLst/>
          </a:prstGeom>
        </p:spPr>
      </p:pic>
      <p:sp>
        <p:nvSpPr>
          <p:cNvPr id="5" name="Título 1">
            <a:extLst>
              <a:ext uri="{FF2B5EF4-FFF2-40B4-BE49-F238E27FC236}">
                <a16:creationId xmlns:a16="http://schemas.microsoft.com/office/drawing/2014/main" id="{00808134-CAB0-3F8F-1279-E9FB2795FAC8}"/>
              </a:ext>
            </a:extLst>
          </p:cNvPr>
          <p:cNvSpPr>
            <a:spLocks noGrp="1"/>
          </p:cNvSpPr>
          <p:nvPr>
            <p:ph type="title"/>
          </p:nvPr>
        </p:nvSpPr>
        <p:spPr>
          <a:xfrm>
            <a:off x="838200" y="582118"/>
            <a:ext cx="10515600" cy="803182"/>
          </a:xfrm>
        </p:spPr>
        <p:txBody>
          <a:bodyPr>
            <a:normAutofit/>
          </a:bodyPr>
          <a:lstStyle/>
          <a:p>
            <a:r>
              <a:rPr lang="es-ES" b="1" dirty="0">
                <a:solidFill>
                  <a:schemeClr val="bg1"/>
                </a:solidFill>
              </a:rPr>
              <a:t>Bienvenida y palabras preliminares</a:t>
            </a:r>
            <a:endParaRPr lang="es-UY" b="1" dirty="0">
              <a:solidFill>
                <a:schemeClr val="bg1"/>
              </a:solidFill>
            </a:endParaRPr>
          </a:p>
        </p:txBody>
      </p:sp>
      <p:sp>
        <p:nvSpPr>
          <p:cNvPr id="19" name="TextBox 18">
            <a:extLst>
              <a:ext uri="{FF2B5EF4-FFF2-40B4-BE49-F238E27FC236}">
                <a16:creationId xmlns:a16="http://schemas.microsoft.com/office/drawing/2014/main" id="{8FDD1CE6-240F-F2EF-871E-B469EFE1AEE5}"/>
              </a:ext>
            </a:extLst>
          </p:cNvPr>
          <p:cNvSpPr txBox="1"/>
          <p:nvPr/>
        </p:nvSpPr>
        <p:spPr>
          <a:xfrm>
            <a:off x="659016" y="1704540"/>
            <a:ext cx="11107414" cy="3447098"/>
          </a:xfrm>
          <a:prstGeom prst="rect">
            <a:avLst/>
          </a:prstGeom>
          <a:noFill/>
        </p:spPr>
        <p:txBody>
          <a:bodyPr wrap="square">
            <a:spAutoFit/>
          </a:bodyPr>
          <a:lstStyle/>
          <a:p>
            <a:pPr marL="342900" indent="-342900">
              <a:buFont typeface="Arial" panose="020B0604020202020204" pitchFamily="34" charset="0"/>
              <a:buChar char="•"/>
            </a:pPr>
            <a:r>
              <a:rPr lang="es-UY" sz="2600" dirty="0">
                <a:solidFill>
                  <a:srgbClr val="0076A3"/>
                </a:solidFill>
                <a:latin typeface="HelveticaNeueLTStd-Roman"/>
              </a:rPr>
              <a:t>Inscriptos</a:t>
            </a:r>
            <a:r>
              <a:rPr lang="es-UY" sz="2400" dirty="0">
                <a:effectLst/>
                <a:latin typeface="Aptos" panose="020B0004020202020204" pitchFamily="34" charset="0"/>
                <a:ea typeface="Calibri" panose="020F0502020204030204" pitchFamily="34" charset="0"/>
                <a:cs typeface="Aptos" panose="020B0004020202020204" pitchFamily="34" charset="0"/>
              </a:rPr>
              <a:t> </a:t>
            </a:r>
          </a:p>
          <a:p>
            <a:pPr marL="800100" lvl="1" indent="-342900">
              <a:buFont typeface="Arial" panose="020B0604020202020204" pitchFamily="34" charset="0"/>
              <a:buChar char="•"/>
            </a:pPr>
            <a:r>
              <a:rPr lang="es-UY" sz="2400" dirty="0">
                <a:latin typeface="Aptos" panose="020B0004020202020204" pitchFamily="34" charset="0"/>
                <a:ea typeface="Calibri" panose="020F0502020204030204" pitchFamily="34" charset="0"/>
                <a:cs typeface="Aptos" panose="020B0004020202020204" pitchFamily="34" charset="0"/>
              </a:rPr>
              <a:t>26 personas divididas en 14 equipos</a:t>
            </a:r>
          </a:p>
          <a:p>
            <a:pPr marL="342900" indent="-342900">
              <a:buFont typeface="Arial" panose="020B0604020202020204" pitchFamily="34" charset="0"/>
              <a:buChar char="•"/>
            </a:pPr>
            <a:endParaRPr lang="es-UY" sz="2400" dirty="0">
              <a:effectLst/>
              <a:latin typeface="Aptos" panose="020B0004020202020204" pitchFamily="34" charset="0"/>
              <a:ea typeface="Calibri" panose="020F0502020204030204" pitchFamily="34" charset="0"/>
              <a:cs typeface="Aptos" panose="020B0004020202020204" pitchFamily="34" charset="0"/>
            </a:endParaRPr>
          </a:p>
          <a:p>
            <a:r>
              <a:rPr lang="es-UY" sz="2400" dirty="0" err="1">
                <a:effectLst/>
                <a:latin typeface="Aptos" panose="020B0004020202020204" pitchFamily="34" charset="0"/>
                <a:ea typeface="Calibri" panose="020F0502020204030204" pitchFamily="34" charset="0"/>
                <a:cs typeface="Aptos" panose="020B0004020202020204" pitchFamily="34" charset="0"/>
              </a:rPr>
              <a:t>Vaple</a:t>
            </a:r>
            <a:r>
              <a:rPr lang="es-UY" sz="2400" dirty="0">
                <a:effectLst/>
                <a:latin typeface="Aptos" panose="020B0004020202020204" pitchFamily="34" charset="0"/>
                <a:ea typeface="Calibri" panose="020F0502020204030204" pitchFamily="34" charset="0"/>
                <a:cs typeface="Aptos" panose="020B0004020202020204" pitchFamily="34" charset="0"/>
              </a:rPr>
              <a:t>, </a:t>
            </a:r>
            <a:r>
              <a:rPr lang="es-UY" sz="2400" dirty="0" err="1">
                <a:effectLst/>
                <a:latin typeface="Aptos" panose="020B0004020202020204" pitchFamily="34" charset="0"/>
                <a:ea typeface="Calibri" panose="020F0502020204030204" pitchFamily="34" charset="0"/>
                <a:cs typeface="Aptos" panose="020B0004020202020204" pitchFamily="34" charset="0"/>
              </a:rPr>
              <a:t>DataAddicts</a:t>
            </a:r>
            <a:r>
              <a:rPr lang="es-UY" sz="2400" dirty="0">
                <a:effectLst/>
                <a:latin typeface="Aptos" panose="020B0004020202020204" pitchFamily="34" charset="0"/>
                <a:ea typeface="Calibri" panose="020F0502020204030204" pitchFamily="34" charset="0"/>
                <a:cs typeface="Aptos" panose="020B0004020202020204" pitchFamily="34" charset="0"/>
              </a:rPr>
              <a:t>, </a:t>
            </a:r>
            <a:r>
              <a:rPr lang="es-UY" sz="2400" dirty="0" err="1">
                <a:effectLst/>
                <a:latin typeface="Aptos" panose="020B0004020202020204" pitchFamily="34" charset="0"/>
                <a:ea typeface="Calibri" panose="020F0502020204030204" pitchFamily="34" charset="0"/>
                <a:cs typeface="Aptos" panose="020B0004020202020204" pitchFamily="34" charset="0"/>
              </a:rPr>
              <a:t>Never</a:t>
            </a:r>
            <a:r>
              <a:rPr lang="es-UY" sz="2400" dirty="0">
                <a:effectLst/>
                <a:latin typeface="Aptos" panose="020B0004020202020204" pitchFamily="34" charset="0"/>
                <a:ea typeface="Calibri" panose="020F0502020204030204" pitchFamily="34" charset="0"/>
                <a:cs typeface="Aptos" panose="020B0004020202020204" pitchFamily="34" charset="0"/>
              </a:rPr>
              <a:t> be </a:t>
            </a:r>
            <a:r>
              <a:rPr lang="es-UY" sz="2400" dirty="0" err="1">
                <a:effectLst/>
                <a:latin typeface="Aptos" panose="020B0004020202020204" pitchFamily="34" charset="0"/>
                <a:ea typeface="Calibri" panose="020F0502020204030204" pitchFamily="34" charset="0"/>
                <a:cs typeface="Aptos" panose="020B0004020202020204" pitchFamily="34" charset="0"/>
              </a:rPr>
              <a:t>Frog</a:t>
            </a:r>
            <a:r>
              <a:rPr lang="es-UY" sz="2400" dirty="0">
                <a:effectLst/>
                <a:latin typeface="Aptos" panose="020B0004020202020204" pitchFamily="34" charset="0"/>
                <a:ea typeface="Calibri" panose="020F0502020204030204" pitchFamily="34" charset="0"/>
                <a:cs typeface="Aptos" panose="020B0004020202020204" pitchFamily="34" charset="0"/>
              </a:rPr>
              <a:t>, Romina, </a:t>
            </a:r>
            <a:r>
              <a:rPr lang="es-UY" sz="2400" dirty="0" err="1">
                <a:effectLst/>
                <a:latin typeface="Aptos" panose="020B0004020202020204" pitchFamily="34" charset="0"/>
                <a:ea typeface="Calibri" panose="020F0502020204030204" pitchFamily="34" charset="0"/>
                <a:cs typeface="Aptos" panose="020B0004020202020204" pitchFamily="34" charset="0"/>
              </a:rPr>
              <a:t>Baturix</a:t>
            </a:r>
            <a:r>
              <a:rPr lang="es-UY" sz="2400" dirty="0">
                <a:effectLst/>
                <a:latin typeface="Aptos" panose="020B0004020202020204" pitchFamily="34" charset="0"/>
                <a:ea typeface="Calibri" panose="020F0502020204030204" pitchFamily="34" charset="0"/>
                <a:cs typeface="Aptos" panose="020B0004020202020204" pitchFamily="34" charset="0"/>
              </a:rPr>
              <a:t>, Bruno </a:t>
            </a:r>
            <a:r>
              <a:rPr lang="es-UY" sz="2400" dirty="0" err="1">
                <a:effectLst/>
                <a:latin typeface="Aptos" panose="020B0004020202020204" pitchFamily="34" charset="0"/>
                <a:ea typeface="Calibri" panose="020F0502020204030204" pitchFamily="34" charset="0"/>
                <a:cs typeface="Aptos" panose="020B0004020202020204" pitchFamily="34" charset="0"/>
              </a:rPr>
              <a:t>Lurner</a:t>
            </a:r>
            <a:r>
              <a:rPr lang="es-UY" sz="2400" dirty="0">
                <a:effectLst/>
                <a:latin typeface="Aptos" panose="020B0004020202020204" pitchFamily="34" charset="0"/>
                <a:ea typeface="Calibri" panose="020F0502020204030204" pitchFamily="34" charset="0"/>
                <a:cs typeface="Aptos" panose="020B0004020202020204" pitchFamily="34" charset="0"/>
              </a:rPr>
              <a:t>, B&amp;F_DS,  Old Anglo </a:t>
            </a:r>
            <a:r>
              <a:rPr lang="es-UY" sz="2400" dirty="0" err="1">
                <a:effectLst/>
                <a:latin typeface="Aptos" panose="020B0004020202020204" pitchFamily="34" charset="0"/>
                <a:ea typeface="Calibri" panose="020F0502020204030204" pitchFamily="34" charset="0"/>
                <a:cs typeface="Aptos" panose="020B0004020202020204" pitchFamily="34" charset="0"/>
              </a:rPr>
              <a:t>Engineering</a:t>
            </a:r>
            <a:r>
              <a:rPr lang="es-UY" sz="2400" dirty="0">
                <a:effectLst/>
                <a:latin typeface="Aptos" panose="020B0004020202020204" pitchFamily="34" charset="0"/>
                <a:ea typeface="Calibri" panose="020F0502020204030204" pitchFamily="34" charset="0"/>
                <a:cs typeface="Aptos" panose="020B0004020202020204" pitchFamily="34" charset="0"/>
              </a:rPr>
              <a:t>, Big Cookie </a:t>
            </a:r>
            <a:r>
              <a:rPr lang="es-UY" sz="2400" dirty="0" err="1">
                <a:effectLst/>
                <a:latin typeface="Aptos" panose="020B0004020202020204" pitchFamily="34" charset="0"/>
                <a:ea typeface="Calibri" panose="020F0502020204030204" pitchFamily="34" charset="0"/>
                <a:cs typeface="Aptos" panose="020B0004020202020204" pitchFamily="34" charset="0"/>
              </a:rPr>
              <a:t>Solutions</a:t>
            </a:r>
            <a:r>
              <a:rPr lang="es-UY" sz="2400" dirty="0">
                <a:effectLst/>
                <a:latin typeface="Aptos" panose="020B0004020202020204" pitchFamily="34" charset="0"/>
                <a:ea typeface="Calibri" panose="020F0502020204030204" pitchFamily="34" charset="0"/>
                <a:cs typeface="Aptos" panose="020B0004020202020204" pitchFamily="34" charset="0"/>
              </a:rPr>
              <a:t>, ANAKIN, FRET, ALDOSA, FAM, Viviana</a:t>
            </a:r>
          </a:p>
          <a:p>
            <a:pPr marL="342900" indent="-342900">
              <a:buFont typeface="Arial" panose="020B0604020202020204" pitchFamily="34" charset="0"/>
              <a:buChar char="•"/>
            </a:pPr>
            <a:endParaRPr lang="es-UY" sz="2400" dirty="0">
              <a:effectLst/>
              <a:latin typeface="Aptos" panose="020B0004020202020204" pitchFamily="34" charset="0"/>
              <a:ea typeface="Calibri" panose="020F0502020204030204" pitchFamily="34" charset="0"/>
              <a:cs typeface="Aptos" panose="020B0004020202020204" pitchFamily="34" charset="0"/>
            </a:endParaRPr>
          </a:p>
          <a:p>
            <a:pPr marL="342900" indent="-342900">
              <a:buFont typeface="Arial" panose="020B0604020202020204" pitchFamily="34" charset="0"/>
              <a:buChar char="•"/>
            </a:pPr>
            <a:endParaRPr lang="es-UY" sz="2400" dirty="0">
              <a:effectLst/>
              <a:latin typeface="Aptos" panose="020B0004020202020204" pitchFamily="34" charset="0"/>
              <a:ea typeface="Calibri" panose="020F0502020204030204" pitchFamily="34" charset="0"/>
              <a:cs typeface="Aptos" panose="020B0004020202020204" pitchFamily="34" charset="0"/>
            </a:endParaRPr>
          </a:p>
          <a:p>
            <a:pPr marL="342900" indent="-342900">
              <a:buFont typeface="Arial" panose="020B0604020202020204" pitchFamily="34" charset="0"/>
              <a:buChar char="•"/>
            </a:pPr>
            <a:endParaRPr lang="es-UY" sz="2400" dirty="0">
              <a:effectLst/>
              <a:latin typeface="Aptos" panose="020B0004020202020204" pitchFamily="34" charset="0"/>
              <a:ea typeface="Calibri" panose="020F0502020204030204" pitchFamily="34" charset="0"/>
              <a:cs typeface="Aptos" panose="020B0004020202020204" pitchFamily="34" charset="0"/>
            </a:endParaRPr>
          </a:p>
          <a:p>
            <a:pPr marL="342900" indent="-342900">
              <a:buFont typeface="Arial" panose="020B0604020202020204" pitchFamily="34" charset="0"/>
              <a:buChar char="•"/>
            </a:pPr>
            <a:endParaRPr lang="es-UY" sz="2400" dirty="0">
              <a:effectLst/>
              <a:latin typeface="Aptos" panose="020B0004020202020204" pitchFamily="34" charset="0"/>
              <a:ea typeface="Calibri" panose="020F0502020204030204" pitchFamily="34" charset="0"/>
              <a:cs typeface="Aptos" panose="020B0004020202020204" pitchFamily="34" charset="0"/>
            </a:endParaRPr>
          </a:p>
        </p:txBody>
      </p:sp>
    </p:spTree>
    <p:extLst>
      <p:ext uri="{BB962C8B-B14F-4D97-AF65-F5344CB8AC3E}">
        <p14:creationId xmlns:p14="http://schemas.microsoft.com/office/powerpoint/2010/main" val="2404831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C26A0-B37B-5BD8-C9E2-BC98DAF3C197}"/>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9242D9A0-CED2-3184-22B8-7826DE47FEC6}"/>
              </a:ext>
            </a:extLst>
          </p:cNvPr>
          <p:cNvPicPr>
            <a:picLocks noChangeAspect="1"/>
          </p:cNvPicPr>
          <p:nvPr/>
        </p:nvPicPr>
        <p:blipFill>
          <a:blip r:embed="rId2"/>
          <a:stretch>
            <a:fillRect/>
          </a:stretch>
        </p:blipFill>
        <p:spPr>
          <a:xfrm>
            <a:off x="659016" y="631270"/>
            <a:ext cx="11364911" cy="704877"/>
          </a:xfrm>
          <a:prstGeom prst="rect">
            <a:avLst/>
          </a:prstGeom>
        </p:spPr>
      </p:pic>
      <p:sp>
        <p:nvSpPr>
          <p:cNvPr id="5" name="Título 1">
            <a:extLst>
              <a:ext uri="{FF2B5EF4-FFF2-40B4-BE49-F238E27FC236}">
                <a16:creationId xmlns:a16="http://schemas.microsoft.com/office/drawing/2014/main" id="{F7222E04-DF5A-3875-EA31-B647743AD1FE}"/>
              </a:ext>
            </a:extLst>
          </p:cNvPr>
          <p:cNvSpPr>
            <a:spLocks noGrp="1"/>
          </p:cNvSpPr>
          <p:nvPr>
            <p:ph type="title"/>
          </p:nvPr>
        </p:nvSpPr>
        <p:spPr>
          <a:xfrm>
            <a:off x="838200" y="582118"/>
            <a:ext cx="10515600" cy="803182"/>
          </a:xfrm>
        </p:spPr>
        <p:txBody>
          <a:bodyPr>
            <a:normAutofit/>
          </a:bodyPr>
          <a:lstStyle/>
          <a:p>
            <a:r>
              <a:rPr lang="es-ES" b="1" dirty="0">
                <a:solidFill>
                  <a:schemeClr val="bg1"/>
                </a:solidFill>
              </a:rPr>
              <a:t>Bienvenida y palabras preliminares</a:t>
            </a:r>
            <a:endParaRPr lang="es-UY" b="1" dirty="0">
              <a:solidFill>
                <a:schemeClr val="bg1"/>
              </a:solidFill>
            </a:endParaRPr>
          </a:p>
        </p:txBody>
      </p:sp>
      <p:sp>
        <p:nvSpPr>
          <p:cNvPr id="19" name="TextBox 18">
            <a:extLst>
              <a:ext uri="{FF2B5EF4-FFF2-40B4-BE49-F238E27FC236}">
                <a16:creationId xmlns:a16="http://schemas.microsoft.com/office/drawing/2014/main" id="{5D22C0E5-40BD-A569-4313-139F12DA2302}"/>
              </a:ext>
            </a:extLst>
          </p:cNvPr>
          <p:cNvSpPr txBox="1"/>
          <p:nvPr/>
        </p:nvSpPr>
        <p:spPr>
          <a:xfrm>
            <a:off x="659016" y="1840822"/>
            <a:ext cx="11019504" cy="4435060"/>
          </a:xfrm>
          <a:prstGeom prst="rect">
            <a:avLst/>
          </a:prstGeom>
          <a:noFill/>
        </p:spPr>
        <p:txBody>
          <a:bodyPr wrap="square">
            <a:spAutoFit/>
          </a:bodyPr>
          <a:lstStyle/>
          <a:p>
            <a:pPr fontAlgn="base">
              <a:lnSpc>
                <a:spcPct val="70000"/>
              </a:lnSpc>
              <a:spcBef>
                <a:spcPts val="1000"/>
              </a:spcBef>
              <a:spcAft>
                <a:spcPct val="0"/>
              </a:spcAft>
            </a:pPr>
            <a:r>
              <a:rPr lang="es-UY" sz="2600" dirty="0">
                <a:solidFill>
                  <a:srgbClr val="0076A3"/>
                </a:solidFill>
                <a:latin typeface="HelveticaNeueLTStd-Roman"/>
              </a:rPr>
              <a:t>Equipo de ANCAP</a:t>
            </a:r>
          </a:p>
          <a:p>
            <a:pPr marL="342900" indent="-342900">
              <a:buFont typeface="Arial" panose="020B0604020202020204" pitchFamily="34" charset="0"/>
              <a:buChar char="•"/>
            </a:pPr>
            <a:endParaRPr lang="es-UY" sz="2400" dirty="0">
              <a:latin typeface="Aptos" panose="020B0004020202020204" pitchFamily="34" charset="0"/>
              <a:ea typeface="Calibri" panose="020F0502020204030204" pitchFamily="34" charset="0"/>
              <a:cs typeface="Aptos" panose="020B0004020202020204" pitchFamily="34" charset="0"/>
            </a:endParaRPr>
          </a:p>
          <a:p>
            <a:pPr marL="342900" indent="-342900">
              <a:buFont typeface="Arial" panose="020B0604020202020204" pitchFamily="34" charset="0"/>
              <a:buChar char="•"/>
            </a:pPr>
            <a:r>
              <a:rPr lang="es-UY" sz="2400" dirty="0">
                <a:latin typeface="Aptos" panose="020B0004020202020204" pitchFamily="34" charset="0"/>
                <a:ea typeface="Calibri" panose="020F0502020204030204" pitchFamily="34" charset="0"/>
                <a:cs typeface="Aptos" panose="020B0004020202020204" pitchFamily="34" charset="0"/>
              </a:rPr>
              <a:t>Organización</a:t>
            </a:r>
          </a:p>
          <a:p>
            <a:pPr marL="800100" lvl="1" indent="-342900">
              <a:buFont typeface="Arial" panose="020B0604020202020204" pitchFamily="34" charset="0"/>
              <a:buChar char="•"/>
            </a:pPr>
            <a:r>
              <a:rPr lang="es-UY" sz="2400" dirty="0">
                <a:latin typeface="Aptos" panose="020B0004020202020204" pitchFamily="34" charset="0"/>
                <a:ea typeface="Calibri" panose="020F0502020204030204" pitchFamily="34" charset="0"/>
                <a:cs typeface="Aptos" panose="020B0004020202020204" pitchFamily="34" charset="0"/>
              </a:rPr>
              <a:t>Horacio Paggi, Pablo Barrios y Gustavo Della Nave</a:t>
            </a:r>
          </a:p>
          <a:p>
            <a:pPr marL="342900" indent="-342900">
              <a:buFont typeface="Arial" panose="020B0604020202020204" pitchFamily="34" charset="0"/>
              <a:buChar char="•"/>
            </a:pPr>
            <a:endParaRPr lang="es-UY" sz="2400" dirty="0">
              <a:latin typeface="Aptos" panose="020B0004020202020204" pitchFamily="34" charset="0"/>
              <a:ea typeface="Calibri" panose="020F0502020204030204" pitchFamily="34" charset="0"/>
              <a:cs typeface="Aptos" panose="020B0004020202020204" pitchFamily="34" charset="0"/>
            </a:endParaRPr>
          </a:p>
          <a:p>
            <a:pPr marL="342900" indent="-342900">
              <a:buFont typeface="Arial" panose="020B0604020202020204" pitchFamily="34" charset="0"/>
              <a:buChar char="•"/>
            </a:pPr>
            <a:r>
              <a:rPr lang="es-UY" sz="2400" dirty="0">
                <a:latin typeface="Aptos" panose="020B0004020202020204" pitchFamily="34" charset="0"/>
                <a:ea typeface="Calibri" panose="020F0502020204030204" pitchFamily="34" charset="0"/>
                <a:cs typeface="Aptos" panose="020B0004020202020204" pitchFamily="34" charset="0"/>
              </a:rPr>
              <a:t>Equipo especialistas en el caso</a:t>
            </a:r>
          </a:p>
          <a:p>
            <a:pPr marL="800100" lvl="1" indent="-342900">
              <a:buFont typeface="Arial" panose="020B0604020202020204" pitchFamily="34" charset="0"/>
              <a:buChar char="•"/>
            </a:pPr>
            <a:r>
              <a:rPr lang="es-UY" sz="2400" dirty="0">
                <a:latin typeface="Aptos" panose="020B0004020202020204" pitchFamily="34" charset="0"/>
                <a:ea typeface="Calibri" panose="020F0502020204030204" pitchFamily="34" charset="0"/>
                <a:cs typeface="Aptos" panose="020B0004020202020204" pitchFamily="34" charset="0"/>
              </a:rPr>
              <a:t>Facundo Torrents, Cecilia Fontana y Marcel </a:t>
            </a:r>
            <a:r>
              <a:rPr lang="es-UY" sz="2400" dirty="0" err="1">
                <a:latin typeface="Aptos" panose="020B0004020202020204" pitchFamily="34" charset="0"/>
                <a:ea typeface="Calibri" panose="020F0502020204030204" pitchFamily="34" charset="0"/>
                <a:cs typeface="Aptos" panose="020B0004020202020204" pitchFamily="34" charset="0"/>
              </a:rPr>
              <a:t>Sabag</a:t>
            </a:r>
            <a:endParaRPr lang="es-UY" sz="2400" dirty="0">
              <a:latin typeface="Aptos" panose="020B0004020202020204" pitchFamily="34" charset="0"/>
              <a:ea typeface="Calibri" panose="020F0502020204030204" pitchFamily="34" charset="0"/>
              <a:cs typeface="Aptos" panose="020B0004020202020204" pitchFamily="34" charset="0"/>
            </a:endParaRPr>
          </a:p>
          <a:p>
            <a:pPr marL="342900" indent="-342900">
              <a:buFont typeface="Arial" panose="020B0604020202020204" pitchFamily="34" charset="0"/>
              <a:buChar char="•"/>
            </a:pPr>
            <a:endParaRPr lang="es-UY" sz="2400" dirty="0">
              <a:latin typeface="Aptos" panose="020B0004020202020204" pitchFamily="34" charset="0"/>
              <a:ea typeface="Calibri" panose="020F0502020204030204" pitchFamily="34" charset="0"/>
              <a:cs typeface="Aptos" panose="020B0004020202020204" pitchFamily="34" charset="0"/>
            </a:endParaRPr>
          </a:p>
          <a:p>
            <a:pPr marL="342900" indent="-342900">
              <a:buFont typeface="Arial" panose="020B0604020202020204" pitchFamily="34" charset="0"/>
              <a:buChar char="•"/>
            </a:pPr>
            <a:r>
              <a:rPr lang="es-UY" sz="2400" dirty="0">
                <a:latin typeface="Aptos" panose="020B0004020202020204" pitchFamily="34" charset="0"/>
                <a:ea typeface="Calibri" panose="020F0502020204030204" pitchFamily="34" charset="0"/>
                <a:cs typeface="Aptos" panose="020B0004020202020204" pitchFamily="34" charset="0"/>
              </a:rPr>
              <a:t>Evaluación</a:t>
            </a:r>
          </a:p>
          <a:p>
            <a:pPr marL="800100" lvl="1" indent="-342900">
              <a:buFont typeface="Arial" panose="020B0604020202020204" pitchFamily="34" charset="0"/>
              <a:buChar char="•"/>
            </a:pPr>
            <a:r>
              <a:rPr lang="es-UY" sz="2400" dirty="0">
                <a:latin typeface="Aptos" panose="020B0004020202020204" pitchFamily="34" charset="0"/>
                <a:ea typeface="Calibri" panose="020F0502020204030204" pitchFamily="34" charset="0"/>
                <a:cs typeface="Aptos" panose="020B0004020202020204" pitchFamily="34" charset="0"/>
              </a:rPr>
              <a:t>Adela Casero, Horacio Paggi, Facundo Torrents</a:t>
            </a:r>
          </a:p>
          <a:p>
            <a:pPr marL="800100" lvl="1" indent="-342900">
              <a:buFont typeface="Arial" panose="020B0604020202020204" pitchFamily="34" charset="0"/>
              <a:buChar char="•"/>
            </a:pPr>
            <a:endParaRPr lang="es-UY" sz="2400" dirty="0">
              <a:latin typeface="Aptos" panose="020B0004020202020204" pitchFamily="34" charset="0"/>
              <a:ea typeface="Calibri" panose="020F0502020204030204" pitchFamily="34" charset="0"/>
              <a:cs typeface="Aptos" panose="020B0004020202020204" pitchFamily="34" charset="0"/>
            </a:endParaRPr>
          </a:p>
          <a:p>
            <a:pPr marL="342900" indent="-342900">
              <a:buFont typeface="Arial" panose="020B0604020202020204" pitchFamily="34" charset="0"/>
              <a:buChar char="•"/>
            </a:pPr>
            <a:r>
              <a:rPr lang="es-UY" sz="2400" dirty="0">
                <a:effectLst/>
                <a:latin typeface="Aptos" panose="020B0004020202020204" pitchFamily="34" charset="0"/>
                <a:ea typeface="Calibri" panose="020F0502020204030204" pitchFamily="34" charset="0"/>
                <a:cs typeface="Aptos" panose="020B0004020202020204" pitchFamily="34" charset="0"/>
              </a:rPr>
              <a:t>Medio de contacto correo </a:t>
            </a:r>
            <a:r>
              <a:rPr lang="es-UY" sz="2400" dirty="0">
                <a:effectLst/>
                <a:latin typeface="Aptos" panose="020B0004020202020204" pitchFamily="34" charset="0"/>
                <a:ea typeface="Calibri" panose="020F0502020204030204" pitchFamily="34" charset="0"/>
                <a:cs typeface="Aptos" panose="020B0004020202020204" pitchFamily="34" charset="0"/>
                <a:hlinkClick r:id="rId3"/>
              </a:rPr>
              <a:t>datachallenge@ancap.com.uy</a:t>
            </a:r>
            <a:r>
              <a:rPr lang="es-UY" sz="2400" dirty="0">
                <a:effectLst/>
                <a:latin typeface="Aptos" panose="020B0004020202020204" pitchFamily="34" charset="0"/>
                <a:ea typeface="Calibri" panose="020F0502020204030204" pitchFamily="34" charset="0"/>
                <a:cs typeface="Aptos" panose="020B0004020202020204" pitchFamily="34" charset="0"/>
              </a:rPr>
              <a:t> </a:t>
            </a:r>
          </a:p>
        </p:txBody>
      </p:sp>
    </p:spTree>
    <p:extLst>
      <p:ext uri="{BB962C8B-B14F-4D97-AF65-F5344CB8AC3E}">
        <p14:creationId xmlns:p14="http://schemas.microsoft.com/office/powerpoint/2010/main" val="1793814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53E88-D526-6464-5A05-C1338E15A5F5}"/>
            </a:ext>
          </a:extLst>
        </p:cNvPr>
        <p:cNvGrpSpPr/>
        <p:nvPr/>
      </p:nvGrpSpPr>
      <p:grpSpPr>
        <a:xfrm>
          <a:off x="0" y="0"/>
          <a:ext cx="0" cy="0"/>
          <a:chOff x="0" y="0"/>
          <a:chExt cx="0" cy="0"/>
        </a:xfrm>
      </p:grpSpPr>
      <p:pic>
        <p:nvPicPr>
          <p:cNvPr id="4" name="Picture 3" descr="A close up of a sign&#10;&#10;AI-generated content may be incorrect.">
            <a:extLst>
              <a:ext uri="{FF2B5EF4-FFF2-40B4-BE49-F238E27FC236}">
                <a16:creationId xmlns:a16="http://schemas.microsoft.com/office/drawing/2014/main" id="{B8F44C6A-D1A3-95F9-D6F6-A0ABCE5CE7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490" y="1173987"/>
            <a:ext cx="11383964" cy="3312160"/>
          </a:xfrm>
          <a:prstGeom prst="rect">
            <a:avLst/>
          </a:prstGeom>
        </p:spPr>
      </p:pic>
      <p:sp>
        <p:nvSpPr>
          <p:cNvPr id="2" name="Título 1">
            <a:extLst>
              <a:ext uri="{FF2B5EF4-FFF2-40B4-BE49-F238E27FC236}">
                <a16:creationId xmlns:a16="http://schemas.microsoft.com/office/drawing/2014/main" id="{777D99A1-6A81-9918-6CFF-4416A7C5348D}"/>
              </a:ext>
            </a:extLst>
          </p:cNvPr>
          <p:cNvSpPr>
            <a:spLocks noGrp="1"/>
          </p:cNvSpPr>
          <p:nvPr>
            <p:ph type="ctrTitle"/>
          </p:nvPr>
        </p:nvSpPr>
        <p:spPr>
          <a:xfrm>
            <a:off x="347546" y="2141035"/>
            <a:ext cx="5517995" cy="1715600"/>
          </a:xfrm>
        </p:spPr>
        <p:txBody>
          <a:bodyPr>
            <a:normAutofit/>
          </a:bodyPr>
          <a:lstStyle/>
          <a:p>
            <a:r>
              <a:rPr lang="es-ES" sz="5400" b="1" dirty="0">
                <a:solidFill>
                  <a:schemeClr val="bg1"/>
                </a:solidFill>
              </a:rPr>
              <a:t>Descripción del caso</a:t>
            </a:r>
            <a:endParaRPr lang="es-UY" sz="5400" b="1" dirty="0">
              <a:solidFill>
                <a:schemeClr val="bg1"/>
              </a:solidFill>
            </a:endParaRPr>
          </a:p>
        </p:txBody>
      </p:sp>
    </p:spTree>
    <p:extLst>
      <p:ext uri="{BB962C8B-B14F-4D97-AF65-F5344CB8AC3E}">
        <p14:creationId xmlns:p14="http://schemas.microsoft.com/office/powerpoint/2010/main" val="3962164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C1768-2C7C-04F9-BB21-09D75383D4E6}"/>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B203FE25-E1D6-6A73-23DE-66BE9158DB6C}"/>
              </a:ext>
            </a:extLst>
          </p:cNvPr>
          <p:cNvPicPr>
            <a:picLocks noChangeAspect="1"/>
          </p:cNvPicPr>
          <p:nvPr/>
        </p:nvPicPr>
        <p:blipFill>
          <a:blip r:embed="rId2"/>
          <a:stretch>
            <a:fillRect/>
          </a:stretch>
        </p:blipFill>
        <p:spPr>
          <a:xfrm>
            <a:off x="659016" y="631270"/>
            <a:ext cx="11364911" cy="704877"/>
          </a:xfrm>
          <a:prstGeom prst="rect">
            <a:avLst/>
          </a:prstGeom>
        </p:spPr>
      </p:pic>
      <p:sp>
        <p:nvSpPr>
          <p:cNvPr id="5" name="Título 1">
            <a:extLst>
              <a:ext uri="{FF2B5EF4-FFF2-40B4-BE49-F238E27FC236}">
                <a16:creationId xmlns:a16="http://schemas.microsoft.com/office/drawing/2014/main" id="{B2D13340-C987-3A05-FC66-731132783CFC}"/>
              </a:ext>
            </a:extLst>
          </p:cNvPr>
          <p:cNvSpPr>
            <a:spLocks noGrp="1"/>
          </p:cNvSpPr>
          <p:nvPr>
            <p:ph type="title"/>
          </p:nvPr>
        </p:nvSpPr>
        <p:spPr>
          <a:xfrm>
            <a:off x="838200" y="582118"/>
            <a:ext cx="10515600" cy="803182"/>
          </a:xfrm>
        </p:spPr>
        <p:txBody>
          <a:bodyPr>
            <a:normAutofit/>
          </a:bodyPr>
          <a:lstStyle/>
          <a:p>
            <a:r>
              <a:rPr lang="es-ES" b="1" dirty="0">
                <a:solidFill>
                  <a:schemeClr val="bg1"/>
                </a:solidFill>
              </a:rPr>
              <a:t>Descripción del caso</a:t>
            </a:r>
            <a:endParaRPr lang="es-UY" b="1" dirty="0">
              <a:solidFill>
                <a:schemeClr val="bg1"/>
              </a:solidFill>
            </a:endParaRPr>
          </a:p>
        </p:txBody>
      </p:sp>
      <p:sp>
        <p:nvSpPr>
          <p:cNvPr id="19" name="TextBox 18">
            <a:extLst>
              <a:ext uri="{FF2B5EF4-FFF2-40B4-BE49-F238E27FC236}">
                <a16:creationId xmlns:a16="http://schemas.microsoft.com/office/drawing/2014/main" id="{7B250986-CD8F-D983-4B12-7AD1F1502E68}"/>
              </a:ext>
            </a:extLst>
          </p:cNvPr>
          <p:cNvSpPr txBox="1"/>
          <p:nvPr/>
        </p:nvSpPr>
        <p:spPr>
          <a:xfrm>
            <a:off x="513480" y="1336147"/>
            <a:ext cx="11019504" cy="4765151"/>
          </a:xfrm>
          <a:prstGeom prst="rect">
            <a:avLst/>
          </a:prstGeom>
          <a:noFill/>
        </p:spPr>
        <p:txBody>
          <a:bodyPr wrap="square">
            <a:spAutoFit/>
          </a:bodyPr>
          <a:lstStyle/>
          <a:p>
            <a:pPr fontAlgn="base">
              <a:lnSpc>
                <a:spcPct val="70000"/>
              </a:lnSpc>
              <a:spcBef>
                <a:spcPts val="1000"/>
              </a:spcBef>
              <a:spcAft>
                <a:spcPct val="0"/>
              </a:spcAft>
            </a:pPr>
            <a:endParaRPr lang="es-UY" sz="2600" dirty="0">
              <a:solidFill>
                <a:srgbClr val="0076A3"/>
              </a:solidFill>
              <a:highlight>
                <a:srgbClr val="FFFF00"/>
              </a:highlight>
              <a:latin typeface="HelveticaNeueLTStd-Roman"/>
            </a:endParaRPr>
          </a:p>
          <a:p>
            <a:pPr fontAlgn="base">
              <a:lnSpc>
                <a:spcPct val="70000"/>
              </a:lnSpc>
              <a:spcBef>
                <a:spcPts val="1000"/>
              </a:spcBef>
              <a:spcAft>
                <a:spcPct val="0"/>
              </a:spcAft>
            </a:pPr>
            <a:r>
              <a:rPr lang="es-UY" sz="2600" dirty="0">
                <a:solidFill>
                  <a:srgbClr val="0076A3"/>
                </a:solidFill>
                <a:latin typeface="HelveticaNeueLTStd-Roman"/>
                <a:ea typeface="Calibri" panose="020F0502020204030204" pitchFamily="34" charset="0"/>
                <a:cs typeface="Aptos" panose="020B0004020202020204" pitchFamily="34" charset="0"/>
              </a:rPr>
              <a:t>El caso busca optimizar el uso de productos intermedios del proceso de refinación aplicando ciencia de datos. </a:t>
            </a:r>
          </a:p>
          <a:p>
            <a:pPr fontAlgn="base">
              <a:lnSpc>
                <a:spcPct val="70000"/>
              </a:lnSpc>
              <a:spcBef>
                <a:spcPts val="1000"/>
              </a:spcBef>
              <a:spcAft>
                <a:spcPct val="0"/>
              </a:spcAft>
            </a:pPr>
            <a:endParaRPr lang="es-UY" sz="2600" dirty="0">
              <a:solidFill>
                <a:srgbClr val="0076A3"/>
              </a:solidFill>
              <a:latin typeface="HelveticaNeueLTStd-Roman"/>
              <a:ea typeface="Calibri" panose="020F0502020204030204" pitchFamily="34" charset="0"/>
              <a:cs typeface="Aptos" panose="020B0004020202020204" pitchFamily="34" charset="0"/>
            </a:endParaRPr>
          </a:p>
          <a:p>
            <a:pPr marL="342900" indent="-342900" fontAlgn="base">
              <a:lnSpc>
                <a:spcPct val="70000"/>
              </a:lnSpc>
              <a:spcBef>
                <a:spcPts val="1000"/>
              </a:spcBef>
              <a:spcAft>
                <a:spcPct val="0"/>
              </a:spcAft>
              <a:buFont typeface="Arial" panose="020B0604020202020204" pitchFamily="34" charset="0"/>
              <a:buChar char="•"/>
            </a:pPr>
            <a:r>
              <a:rPr lang="es-UY" sz="2400" dirty="0">
                <a:latin typeface="Aptos" panose="020B0004020202020204" pitchFamily="34" charset="0"/>
                <a:ea typeface="Calibri" panose="020F0502020204030204" pitchFamily="34" charset="0"/>
              </a:rPr>
              <a:t>En</a:t>
            </a:r>
            <a:r>
              <a:rPr lang="es-UY" sz="2600" dirty="0">
                <a:solidFill>
                  <a:srgbClr val="0076A3"/>
                </a:solidFill>
                <a:latin typeface="HelveticaNeueLTStd-Roman"/>
                <a:ea typeface="Calibri" panose="020F0502020204030204" pitchFamily="34" charset="0"/>
                <a:cs typeface="Aptos" panose="020B0004020202020204" pitchFamily="34" charset="0"/>
              </a:rPr>
              <a:t> </a:t>
            </a:r>
            <a:r>
              <a:rPr lang="es-UY" sz="2400" dirty="0">
                <a:latin typeface="Aptos" panose="020B0004020202020204" pitchFamily="34" charset="0"/>
                <a:ea typeface="Calibri" panose="020F0502020204030204" pitchFamily="34" charset="0"/>
              </a:rPr>
              <a:t>la página del </a:t>
            </a:r>
            <a:r>
              <a:rPr lang="es-UY" sz="2400" dirty="0" err="1">
                <a:latin typeface="Aptos" panose="020B0004020202020204" pitchFamily="34" charset="0"/>
                <a:ea typeface="Calibri" panose="020F0502020204030204" pitchFamily="34" charset="0"/>
              </a:rPr>
              <a:t>Datachallenge</a:t>
            </a:r>
            <a:r>
              <a:rPr lang="es-UY" sz="2400" dirty="0">
                <a:latin typeface="Aptos" panose="020B0004020202020204" pitchFamily="34" charset="0"/>
                <a:ea typeface="Calibri" panose="020F0502020204030204" pitchFamily="34" charset="0"/>
              </a:rPr>
              <a:t> del sitio web de ANCAP publicamos una  descripción abreviada. </a:t>
            </a:r>
          </a:p>
          <a:p>
            <a:pPr marL="342900" indent="-342900" fontAlgn="base">
              <a:lnSpc>
                <a:spcPct val="70000"/>
              </a:lnSpc>
              <a:spcBef>
                <a:spcPts val="1000"/>
              </a:spcBef>
              <a:spcAft>
                <a:spcPct val="0"/>
              </a:spcAft>
              <a:buFont typeface="Arial" panose="020B0604020202020204" pitchFamily="34" charset="0"/>
              <a:buChar char="•"/>
            </a:pPr>
            <a:endParaRPr lang="es-UY" sz="2400" dirty="0">
              <a:latin typeface="Aptos" panose="020B0004020202020204" pitchFamily="34" charset="0"/>
              <a:ea typeface="Calibri" panose="020F0502020204030204" pitchFamily="34" charset="0"/>
            </a:endParaRPr>
          </a:p>
          <a:p>
            <a:pPr marL="342900" indent="-342900" fontAlgn="base">
              <a:lnSpc>
                <a:spcPct val="70000"/>
              </a:lnSpc>
              <a:spcBef>
                <a:spcPts val="1000"/>
              </a:spcBef>
              <a:spcAft>
                <a:spcPct val="0"/>
              </a:spcAft>
              <a:buFont typeface="Arial" panose="020B0604020202020204" pitchFamily="34" charset="0"/>
              <a:buChar char="•"/>
            </a:pPr>
            <a:r>
              <a:rPr lang="es-ES" sz="2400" dirty="0">
                <a:latin typeface="Aptos" panose="020B0004020202020204" pitchFamily="34" charset="0"/>
                <a:ea typeface="Calibri" panose="020F0502020204030204" pitchFamily="34" charset="0"/>
              </a:rPr>
              <a:t>La descripción completa del caso y los detalles de las interacciones entre las variables referidas que influyen en los resultados </a:t>
            </a:r>
            <a:r>
              <a:rPr lang="es-UY" sz="2400" dirty="0">
                <a:latin typeface="Aptos" panose="020B0004020202020204" pitchFamily="34" charset="0"/>
                <a:ea typeface="Calibri" panose="020F0502020204030204" pitchFamily="34" charset="0"/>
              </a:rPr>
              <a:t>van a quedar publicadas junto con los datos  y se explicarán a continuación.</a:t>
            </a:r>
          </a:p>
          <a:p>
            <a:pPr fontAlgn="base">
              <a:lnSpc>
                <a:spcPct val="70000"/>
              </a:lnSpc>
              <a:spcBef>
                <a:spcPts val="1000"/>
              </a:spcBef>
              <a:spcAft>
                <a:spcPct val="0"/>
              </a:spcAft>
            </a:pPr>
            <a:endParaRPr lang="es-UY" sz="2400" dirty="0">
              <a:latin typeface="Aptos" panose="020B0004020202020204" pitchFamily="34" charset="0"/>
              <a:ea typeface="Calibri" panose="020F0502020204030204" pitchFamily="34" charset="0"/>
            </a:endParaRPr>
          </a:p>
          <a:p>
            <a:pPr fontAlgn="base">
              <a:lnSpc>
                <a:spcPct val="70000"/>
              </a:lnSpc>
              <a:spcBef>
                <a:spcPts val="1000"/>
              </a:spcBef>
              <a:spcAft>
                <a:spcPct val="0"/>
              </a:spcAft>
            </a:pPr>
            <a:endParaRPr lang="es-UY" sz="2600" dirty="0">
              <a:solidFill>
                <a:srgbClr val="0076A3"/>
              </a:solidFill>
              <a:effectLst/>
              <a:highlight>
                <a:srgbClr val="FFFF00"/>
              </a:highlight>
              <a:latin typeface="HelveticaNeueLTStd-Roman"/>
              <a:ea typeface="Calibri" panose="020F0502020204030204" pitchFamily="34" charset="0"/>
              <a:cs typeface="Aptos" panose="020B0004020202020204" pitchFamily="34" charset="0"/>
            </a:endParaRPr>
          </a:p>
          <a:p>
            <a:pPr fontAlgn="base">
              <a:lnSpc>
                <a:spcPct val="70000"/>
              </a:lnSpc>
              <a:spcBef>
                <a:spcPts val="1000"/>
              </a:spcBef>
              <a:spcAft>
                <a:spcPct val="0"/>
              </a:spcAft>
            </a:pPr>
            <a:endParaRPr lang="es-UY" sz="2600" dirty="0">
              <a:solidFill>
                <a:srgbClr val="0076A3"/>
              </a:solidFill>
              <a:latin typeface="HelveticaNeueLTStd-Roman"/>
              <a:ea typeface="Calibri" panose="020F0502020204030204" pitchFamily="34" charset="0"/>
              <a:cs typeface="Aptos" panose="020B0004020202020204" pitchFamily="34" charset="0"/>
            </a:endParaRPr>
          </a:p>
        </p:txBody>
      </p:sp>
    </p:spTree>
    <p:extLst>
      <p:ext uri="{BB962C8B-B14F-4D97-AF65-F5344CB8AC3E}">
        <p14:creationId xmlns:p14="http://schemas.microsoft.com/office/powerpoint/2010/main" val="779075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4928F2D-0461-36D8-C169-954FAD839266}"/>
              </a:ext>
            </a:extLst>
          </p:cNvPr>
          <p:cNvPicPr>
            <a:picLocks noChangeAspect="1"/>
          </p:cNvPicPr>
          <p:nvPr/>
        </p:nvPicPr>
        <p:blipFill>
          <a:blip r:embed="rId2"/>
          <a:stretch>
            <a:fillRect/>
          </a:stretch>
        </p:blipFill>
        <p:spPr>
          <a:xfrm>
            <a:off x="931493" y="909000"/>
            <a:ext cx="10329013" cy="5040000"/>
          </a:xfrm>
          <a:prstGeom prst="rect">
            <a:avLst/>
          </a:prstGeom>
          <a:ln>
            <a:solidFill>
              <a:schemeClr val="tx1"/>
            </a:solidFill>
          </a:ln>
        </p:spPr>
      </p:pic>
    </p:spTree>
    <p:extLst>
      <p:ext uri="{BB962C8B-B14F-4D97-AF65-F5344CB8AC3E}">
        <p14:creationId xmlns:p14="http://schemas.microsoft.com/office/powerpoint/2010/main" val="4207014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B62C566-FED3-519F-2F2D-B31E934186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0757" y="909000"/>
            <a:ext cx="11290485" cy="5040000"/>
          </a:xfrm>
          <a:prstGeom prst="rect">
            <a:avLst/>
          </a:prstGeom>
          <a:ln>
            <a:solidFill>
              <a:schemeClr val="tx1"/>
            </a:solidFill>
          </a:ln>
        </p:spPr>
      </p:pic>
    </p:spTree>
    <p:extLst>
      <p:ext uri="{BB962C8B-B14F-4D97-AF65-F5344CB8AC3E}">
        <p14:creationId xmlns:p14="http://schemas.microsoft.com/office/powerpoint/2010/main" val="2200183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Diagrama&#10;&#10;El contenido generado por IA puede ser incorrecto.">
            <a:extLst>
              <a:ext uri="{FF2B5EF4-FFF2-40B4-BE49-F238E27FC236}">
                <a16:creationId xmlns:a16="http://schemas.microsoft.com/office/drawing/2014/main" id="{E5C3A146-9300-4952-79C5-2D9C03949278}"/>
              </a:ext>
            </a:extLst>
          </p:cNvPr>
          <p:cNvPicPr>
            <a:picLocks noChangeAspect="1"/>
          </p:cNvPicPr>
          <p:nvPr/>
        </p:nvPicPr>
        <p:blipFill>
          <a:blip r:embed="rId2"/>
          <a:stretch>
            <a:fillRect/>
          </a:stretch>
        </p:blipFill>
        <p:spPr>
          <a:xfrm>
            <a:off x="172462" y="909000"/>
            <a:ext cx="11847076" cy="5040000"/>
          </a:xfrm>
          <a:prstGeom prst="rect">
            <a:avLst/>
          </a:prstGeom>
          <a:ln>
            <a:solidFill>
              <a:schemeClr val="tx1"/>
            </a:solidFill>
          </a:ln>
        </p:spPr>
      </p:pic>
    </p:spTree>
    <p:extLst>
      <p:ext uri="{BB962C8B-B14F-4D97-AF65-F5344CB8AC3E}">
        <p14:creationId xmlns:p14="http://schemas.microsoft.com/office/powerpoint/2010/main" val="2783137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6082A9C-ADD3-4EFA-3E6C-95B32D803645}"/>
              </a:ext>
            </a:extLst>
          </p:cNvPr>
          <p:cNvPicPr>
            <a:picLocks noChangeAspect="1"/>
          </p:cNvPicPr>
          <p:nvPr/>
        </p:nvPicPr>
        <p:blipFill>
          <a:blip r:embed="rId2"/>
          <a:stretch>
            <a:fillRect/>
          </a:stretch>
        </p:blipFill>
        <p:spPr>
          <a:xfrm>
            <a:off x="922141" y="909000"/>
            <a:ext cx="10347718" cy="5040000"/>
          </a:xfrm>
          <a:prstGeom prst="rect">
            <a:avLst/>
          </a:prstGeom>
          <a:ln>
            <a:solidFill>
              <a:schemeClr val="tx1"/>
            </a:solidFill>
          </a:ln>
        </p:spPr>
      </p:pic>
    </p:spTree>
    <p:extLst>
      <p:ext uri="{BB962C8B-B14F-4D97-AF65-F5344CB8AC3E}">
        <p14:creationId xmlns:p14="http://schemas.microsoft.com/office/powerpoint/2010/main" val="3759835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E1981974-707B-D766-C10C-99395FDEBBF0}"/>
              </a:ext>
            </a:extLst>
          </p:cNvPr>
          <p:cNvPicPr>
            <a:picLocks noChangeAspect="1"/>
          </p:cNvPicPr>
          <p:nvPr/>
        </p:nvPicPr>
        <p:blipFill>
          <a:blip r:embed="rId2"/>
          <a:stretch>
            <a:fillRect/>
          </a:stretch>
        </p:blipFill>
        <p:spPr>
          <a:xfrm>
            <a:off x="718319" y="909000"/>
            <a:ext cx="10755361" cy="5040000"/>
          </a:xfrm>
          <a:prstGeom prst="rect">
            <a:avLst/>
          </a:prstGeom>
        </p:spPr>
      </p:pic>
    </p:spTree>
    <p:extLst>
      <p:ext uri="{BB962C8B-B14F-4D97-AF65-F5344CB8AC3E}">
        <p14:creationId xmlns:p14="http://schemas.microsoft.com/office/powerpoint/2010/main" val="348342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55083-9F3D-9782-EC84-4F1D6961EC12}"/>
            </a:ext>
          </a:extLst>
        </p:cNvPr>
        <p:cNvGrpSpPr/>
        <p:nvPr/>
      </p:nvGrpSpPr>
      <p:grpSpPr>
        <a:xfrm>
          <a:off x="0" y="0"/>
          <a:ext cx="0" cy="0"/>
          <a:chOff x="0" y="0"/>
          <a:chExt cx="0" cy="0"/>
        </a:xfrm>
      </p:grpSpPr>
      <p:pic>
        <p:nvPicPr>
          <p:cNvPr id="4" name="Picture 3" descr="A close up of a sign&#10;&#10;AI-generated content may be incorrect.">
            <a:extLst>
              <a:ext uri="{FF2B5EF4-FFF2-40B4-BE49-F238E27FC236}">
                <a16:creationId xmlns:a16="http://schemas.microsoft.com/office/drawing/2014/main" id="{9005B633-A9CA-B8DB-8A12-137F4E9D2A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490" y="1173987"/>
            <a:ext cx="11383964" cy="3312160"/>
          </a:xfrm>
          <a:prstGeom prst="rect">
            <a:avLst/>
          </a:prstGeom>
        </p:spPr>
      </p:pic>
      <p:sp>
        <p:nvSpPr>
          <p:cNvPr id="2" name="Título 1">
            <a:extLst>
              <a:ext uri="{FF2B5EF4-FFF2-40B4-BE49-F238E27FC236}">
                <a16:creationId xmlns:a16="http://schemas.microsoft.com/office/drawing/2014/main" id="{CF073F67-62EC-C265-104B-1F32FB5F76F6}"/>
              </a:ext>
            </a:extLst>
          </p:cNvPr>
          <p:cNvSpPr>
            <a:spLocks noGrp="1"/>
          </p:cNvSpPr>
          <p:nvPr>
            <p:ph type="ctrTitle"/>
          </p:nvPr>
        </p:nvSpPr>
        <p:spPr>
          <a:xfrm>
            <a:off x="347546" y="2141035"/>
            <a:ext cx="5517995" cy="1715600"/>
          </a:xfrm>
        </p:spPr>
        <p:txBody>
          <a:bodyPr>
            <a:normAutofit/>
          </a:bodyPr>
          <a:lstStyle/>
          <a:p>
            <a:r>
              <a:rPr lang="es-ES" sz="5400" b="1" dirty="0">
                <a:solidFill>
                  <a:schemeClr val="bg1"/>
                </a:solidFill>
              </a:rPr>
              <a:t>Descripción de los datos</a:t>
            </a:r>
            <a:endParaRPr lang="es-UY" sz="5400" b="1" dirty="0">
              <a:solidFill>
                <a:schemeClr val="bg1"/>
              </a:solidFill>
            </a:endParaRPr>
          </a:p>
        </p:txBody>
      </p:sp>
    </p:spTree>
    <p:extLst>
      <p:ext uri="{BB962C8B-B14F-4D97-AF65-F5344CB8AC3E}">
        <p14:creationId xmlns:p14="http://schemas.microsoft.com/office/powerpoint/2010/main" val="3940380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052BE-F998-062E-1602-161B8845690A}"/>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76C9C55D-59E3-BD4C-EFAD-11BE64970C5A}"/>
              </a:ext>
            </a:extLst>
          </p:cNvPr>
          <p:cNvPicPr>
            <a:picLocks noChangeAspect="1"/>
          </p:cNvPicPr>
          <p:nvPr/>
        </p:nvPicPr>
        <p:blipFill>
          <a:blip r:embed="rId2"/>
          <a:stretch>
            <a:fillRect/>
          </a:stretch>
        </p:blipFill>
        <p:spPr>
          <a:xfrm>
            <a:off x="659016" y="631270"/>
            <a:ext cx="11364911" cy="704877"/>
          </a:xfrm>
          <a:prstGeom prst="rect">
            <a:avLst/>
          </a:prstGeom>
        </p:spPr>
      </p:pic>
      <p:sp>
        <p:nvSpPr>
          <p:cNvPr id="5" name="Título 1">
            <a:extLst>
              <a:ext uri="{FF2B5EF4-FFF2-40B4-BE49-F238E27FC236}">
                <a16:creationId xmlns:a16="http://schemas.microsoft.com/office/drawing/2014/main" id="{60A04D55-CE08-111B-8A95-2B609D7FFE6D}"/>
              </a:ext>
            </a:extLst>
          </p:cNvPr>
          <p:cNvSpPr>
            <a:spLocks noGrp="1"/>
          </p:cNvSpPr>
          <p:nvPr>
            <p:ph type="title"/>
          </p:nvPr>
        </p:nvSpPr>
        <p:spPr>
          <a:xfrm>
            <a:off x="838200" y="582118"/>
            <a:ext cx="10515600" cy="803182"/>
          </a:xfrm>
        </p:spPr>
        <p:txBody>
          <a:bodyPr>
            <a:normAutofit/>
          </a:bodyPr>
          <a:lstStyle/>
          <a:p>
            <a:r>
              <a:rPr lang="es-ES" b="1" dirty="0">
                <a:solidFill>
                  <a:schemeClr val="bg1"/>
                </a:solidFill>
              </a:rPr>
              <a:t>Estructura de los datos</a:t>
            </a:r>
            <a:endParaRPr lang="es-UY" b="1" dirty="0">
              <a:solidFill>
                <a:schemeClr val="bg1"/>
              </a:solidFill>
            </a:endParaRPr>
          </a:p>
        </p:txBody>
      </p:sp>
      <p:pic>
        <p:nvPicPr>
          <p:cNvPr id="8" name="Picture 7">
            <a:extLst>
              <a:ext uri="{FF2B5EF4-FFF2-40B4-BE49-F238E27FC236}">
                <a16:creationId xmlns:a16="http://schemas.microsoft.com/office/drawing/2014/main" id="{F1802F43-A33C-AA62-298B-6543169EB0B4}"/>
              </a:ext>
            </a:extLst>
          </p:cNvPr>
          <p:cNvPicPr>
            <a:picLocks noChangeAspect="1"/>
          </p:cNvPicPr>
          <p:nvPr/>
        </p:nvPicPr>
        <p:blipFill>
          <a:blip r:embed="rId3"/>
          <a:stretch>
            <a:fillRect/>
          </a:stretch>
        </p:blipFill>
        <p:spPr>
          <a:xfrm>
            <a:off x="659015" y="1636241"/>
            <a:ext cx="9544527" cy="4866159"/>
          </a:xfrm>
          <a:prstGeom prst="rect">
            <a:avLst/>
          </a:prstGeom>
        </p:spPr>
      </p:pic>
    </p:spTree>
    <p:extLst>
      <p:ext uri="{BB962C8B-B14F-4D97-AF65-F5344CB8AC3E}">
        <p14:creationId xmlns:p14="http://schemas.microsoft.com/office/powerpoint/2010/main" val="523092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BECB6-AE86-342B-D2CA-AC8564CE5491}"/>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6777665F-8EBC-79FD-38EF-FF2425F713EC}"/>
              </a:ext>
            </a:extLst>
          </p:cNvPr>
          <p:cNvPicPr>
            <a:picLocks noChangeAspect="1"/>
          </p:cNvPicPr>
          <p:nvPr/>
        </p:nvPicPr>
        <p:blipFill>
          <a:blip r:embed="rId2"/>
          <a:stretch>
            <a:fillRect/>
          </a:stretch>
        </p:blipFill>
        <p:spPr>
          <a:xfrm>
            <a:off x="659016" y="631270"/>
            <a:ext cx="11364911" cy="704877"/>
          </a:xfrm>
          <a:prstGeom prst="rect">
            <a:avLst/>
          </a:prstGeom>
        </p:spPr>
      </p:pic>
      <p:sp>
        <p:nvSpPr>
          <p:cNvPr id="5" name="Título 1">
            <a:extLst>
              <a:ext uri="{FF2B5EF4-FFF2-40B4-BE49-F238E27FC236}">
                <a16:creationId xmlns:a16="http://schemas.microsoft.com/office/drawing/2014/main" id="{71B954FD-C72B-57F8-C21F-F4A94B007466}"/>
              </a:ext>
            </a:extLst>
          </p:cNvPr>
          <p:cNvSpPr>
            <a:spLocks noGrp="1"/>
          </p:cNvSpPr>
          <p:nvPr>
            <p:ph type="title"/>
          </p:nvPr>
        </p:nvSpPr>
        <p:spPr>
          <a:xfrm>
            <a:off x="838200" y="582118"/>
            <a:ext cx="10515600" cy="803182"/>
          </a:xfrm>
        </p:spPr>
        <p:txBody>
          <a:bodyPr>
            <a:normAutofit/>
          </a:bodyPr>
          <a:lstStyle/>
          <a:p>
            <a:r>
              <a:rPr lang="es-ES" b="1" dirty="0">
                <a:solidFill>
                  <a:schemeClr val="bg1"/>
                </a:solidFill>
              </a:rPr>
              <a:t>Estructura de los datos</a:t>
            </a:r>
            <a:endParaRPr lang="es-UY" b="1" dirty="0">
              <a:solidFill>
                <a:schemeClr val="bg1"/>
              </a:solidFill>
            </a:endParaRPr>
          </a:p>
        </p:txBody>
      </p:sp>
      <p:sp>
        <p:nvSpPr>
          <p:cNvPr id="19" name="TextBox 18">
            <a:extLst>
              <a:ext uri="{FF2B5EF4-FFF2-40B4-BE49-F238E27FC236}">
                <a16:creationId xmlns:a16="http://schemas.microsoft.com/office/drawing/2014/main" id="{B850E697-5F1E-A92D-4103-3B897BE47B23}"/>
              </a:ext>
            </a:extLst>
          </p:cNvPr>
          <p:cNvSpPr txBox="1"/>
          <p:nvPr/>
        </p:nvSpPr>
        <p:spPr>
          <a:xfrm>
            <a:off x="838199" y="1879305"/>
            <a:ext cx="5884333" cy="2585323"/>
          </a:xfrm>
          <a:prstGeom prst="rect">
            <a:avLst/>
          </a:prstGeom>
          <a:noFill/>
        </p:spPr>
        <p:txBody>
          <a:bodyPr wrap="square">
            <a:spAutoFit/>
          </a:bodyPr>
          <a:lstStyle/>
          <a:p>
            <a:r>
              <a:rPr lang="es-UY" sz="2200" b="1" dirty="0">
                <a:latin typeface="Arial" panose="020B0604020202020204" pitchFamily="34" charset="0"/>
                <a:ea typeface="Calibri" panose="020F0502020204030204" pitchFamily="34" charset="0"/>
              </a:rPr>
              <a:t>Archivo Componente-PCI (.</a:t>
            </a:r>
            <a:r>
              <a:rPr lang="es-UY" sz="2200" b="1" dirty="0" err="1">
                <a:latin typeface="Arial" panose="020B0604020202020204" pitchFamily="34" charset="0"/>
                <a:ea typeface="Calibri" panose="020F0502020204030204" pitchFamily="34" charset="0"/>
              </a:rPr>
              <a:t>csv</a:t>
            </a:r>
            <a:r>
              <a:rPr lang="es-UY" sz="2200" b="1" dirty="0">
                <a:latin typeface="Arial" panose="020B0604020202020204" pitchFamily="34" charset="0"/>
                <a:ea typeface="Calibri" panose="020F0502020204030204" pitchFamily="34" charset="0"/>
              </a:rPr>
              <a:t>  y .xlsx) </a:t>
            </a:r>
          </a:p>
          <a:p>
            <a:endParaRPr lang="es-UY" sz="2000" b="1" dirty="0">
              <a:latin typeface="Arial" panose="020B0604020202020204" pitchFamily="34" charset="0"/>
              <a:ea typeface="Calibri" panose="020F0502020204030204" pitchFamily="34" charset="0"/>
              <a:cs typeface="Aptos" panose="020B0004020202020204" pitchFamily="34" charset="0"/>
            </a:endParaRPr>
          </a:p>
          <a:p>
            <a:pPr marL="342900" indent="-342900">
              <a:buFont typeface="Arial" panose="020B0604020202020204" pitchFamily="34" charset="0"/>
              <a:buChar char="•"/>
            </a:pPr>
            <a:r>
              <a:rPr lang="es-UY" sz="2400" dirty="0">
                <a:latin typeface="Aptos" panose="020B0004020202020204" pitchFamily="34" charset="0"/>
                <a:ea typeface="Calibri" panose="020F0502020204030204" pitchFamily="34" charset="0"/>
                <a:cs typeface="Aptos" panose="020B0004020202020204" pitchFamily="34" charset="0"/>
              </a:rPr>
              <a:t>Son los valores que se utilizan en la formula de cálculo del Poder Calorífico inferior (PCI), indicando el aporte de cada componente.</a:t>
            </a:r>
            <a:endParaRPr lang="es-UY" sz="2400" dirty="0">
              <a:effectLst/>
              <a:latin typeface="Aptos" panose="020B0004020202020204" pitchFamily="34" charset="0"/>
              <a:ea typeface="Calibri" panose="020F0502020204030204" pitchFamily="34" charset="0"/>
              <a:cs typeface="Aptos" panose="020B0004020202020204" pitchFamily="34" charset="0"/>
            </a:endParaRPr>
          </a:p>
          <a:p>
            <a:pPr>
              <a:buNone/>
            </a:pPr>
            <a:endParaRPr lang="es-UY" sz="2400" dirty="0">
              <a:effectLst/>
              <a:latin typeface="Aptos" panose="020B0004020202020204" pitchFamily="34" charset="0"/>
              <a:ea typeface="Calibri" panose="020F0502020204030204" pitchFamily="34" charset="0"/>
              <a:cs typeface="Aptos" panose="020B0004020202020204" pitchFamily="34" charset="0"/>
            </a:endParaRPr>
          </a:p>
        </p:txBody>
      </p:sp>
      <p:pic>
        <p:nvPicPr>
          <p:cNvPr id="3" name="Imagen 2">
            <a:extLst>
              <a:ext uri="{FF2B5EF4-FFF2-40B4-BE49-F238E27FC236}">
                <a16:creationId xmlns:a16="http://schemas.microsoft.com/office/drawing/2014/main" id="{D0BDDAA1-E231-6F9D-B5B4-678CFD36C1AF}"/>
              </a:ext>
            </a:extLst>
          </p:cNvPr>
          <p:cNvPicPr>
            <a:picLocks noChangeAspect="1"/>
          </p:cNvPicPr>
          <p:nvPr/>
        </p:nvPicPr>
        <p:blipFill>
          <a:blip r:embed="rId3"/>
          <a:stretch>
            <a:fillRect/>
          </a:stretch>
        </p:blipFill>
        <p:spPr>
          <a:xfrm>
            <a:off x="7286057" y="1879305"/>
            <a:ext cx="4067743" cy="3581900"/>
          </a:xfrm>
          <a:prstGeom prst="rect">
            <a:avLst/>
          </a:prstGeom>
        </p:spPr>
      </p:pic>
    </p:spTree>
    <p:extLst>
      <p:ext uri="{BB962C8B-B14F-4D97-AF65-F5344CB8AC3E}">
        <p14:creationId xmlns:p14="http://schemas.microsoft.com/office/powerpoint/2010/main" val="223860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1B65D-2DE7-D592-FCC8-367329E842E3}"/>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E9379776-6223-52A6-A5AA-0CFAA8181C84}"/>
              </a:ext>
            </a:extLst>
          </p:cNvPr>
          <p:cNvPicPr>
            <a:picLocks noChangeAspect="1"/>
          </p:cNvPicPr>
          <p:nvPr/>
        </p:nvPicPr>
        <p:blipFill>
          <a:blip r:embed="rId2"/>
          <a:stretch>
            <a:fillRect/>
          </a:stretch>
        </p:blipFill>
        <p:spPr>
          <a:xfrm>
            <a:off x="659016" y="631270"/>
            <a:ext cx="11364911" cy="704877"/>
          </a:xfrm>
          <a:prstGeom prst="rect">
            <a:avLst/>
          </a:prstGeom>
        </p:spPr>
      </p:pic>
      <p:sp>
        <p:nvSpPr>
          <p:cNvPr id="5" name="Título 1">
            <a:extLst>
              <a:ext uri="{FF2B5EF4-FFF2-40B4-BE49-F238E27FC236}">
                <a16:creationId xmlns:a16="http://schemas.microsoft.com/office/drawing/2014/main" id="{4AB37AA6-607E-C779-BBBB-B0913999E700}"/>
              </a:ext>
            </a:extLst>
          </p:cNvPr>
          <p:cNvSpPr>
            <a:spLocks noGrp="1"/>
          </p:cNvSpPr>
          <p:nvPr>
            <p:ph type="title"/>
          </p:nvPr>
        </p:nvSpPr>
        <p:spPr>
          <a:xfrm>
            <a:off x="838200" y="582118"/>
            <a:ext cx="10515600" cy="803182"/>
          </a:xfrm>
        </p:spPr>
        <p:txBody>
          <a:bodyPr>
            <a:normAutofit/>
          </a:bodyPr>
          <a:lstStyle/>
          <a:p>
            <a:r>
              <a:rPr lang="es-ES" b="1" dirty="0">
                <a:solidFill>
                  <a:schemeClr val="bg1"/>
                </a:solidFill>
              </a:rPr>
              <a:t>Estructura de los datos</a:t>
            </a:r>
            <a:endParaRPr lang="es-UY" b="1" dirty="0">
              <a:solidFill>
                <a:schemeClr val="bg1"/>
              </a:solidFill>
            </a:endParaRPr>
          </a:p>
        </p:txBody>
      </p:sp>
      <p:sp>
        <p:nvSpPr>
          <p:cNvPr id="19" name="TextBox 18">
            <a:extLst>
              <a:ext uri="{FF2B5EF4-FFF2-40B4-BE49-F238E27FC236}">
                <a16:creationId xmlns:a16="http://schemas.microsoft.com/office/drawing/2014/main" id="{D3D97F0B-4B07-5F03-1F4B-D854D4A02AFB}"/>
              </a:ext>
            </a:extLst>
          </p:cNvPr>
          <p:cNvSpPr txBox="1"/>
          <p:nvPr/>
        </p:nvSpPr>
        <p:spPr>
          <a:xfrm>
            <a:off x="838201" y="1575209"/>
            <a:ext cx="10896599" cy="1846659"/>
          </a:xfrm>
          <a:prstGeom prst="rect">
            <a:avLst/>
          </a:prstGeom>
          <a:noFill/>
        </p:spPr>
        <p:txBody>
          <a:bodyPr wrap="square">
            <a:spAutoFit/>
          </a:bodyPr>
          <a:lstStyle/>
          <a:p>
            <a:r>
              <a:rPr lang="es-UY" sz="2200" b="1" dirty="0">
                <a:latin typeface="Arial" panose="020B0604020202020204" pitchFamily="34" charset="0"/>
                <a:ea typeface="Calibri" panose="020F0502020204030204" pitchFamily="34" charset="0"/>
              </a:rPr>
              <a:t>Archivo Condiciones operativas FCC – CCR (.</a:t>
            </a:r>
            <a:r>
              <a:rPr lang="es-UY" sz="2200" b="1" dirty="0" err="1">
                <a:latin typeface="Arial" panose="020B0604020202020204" pitchFamily="34" charset="0"/>
                <a:ea typeface="Calibri" panose="020F0502020204030204" pitchFamily="34" charset="0"/>
              </a:rPr>
              <a:t>doc</a:t>
            </a:r>
            <a:r>
              <a:rPr lang="es-UY" sz="2200" b="1" dirty="0">
                <a:latin typeface="Arial" panose="020B0604020202020204" pitchFamily="34" charset="0"/>
                <a:ea typeface="Calibri" panose="020F0502020204030204" pitchFamily="34" charset="0"/>
              </a:rPr>
              <a:t>) </a:t>
            </a:r>
          </a:p>
          <a:p>
            <a:pPr indent="-342900">
              <a:buFont typeface="Arial" panose="020B0604020202020204" pitchFamily="34" charset="0"/>
              <a:buChar char="•"/>
            </a:pPr>
            <a:endParaRPr lang="es-UY" sz="2000" b="1" dirty="0">
              <a:latin typeface="Arial" panose="020B0604020202020204" pitchFamily="34" charset="0"/>
              <a:ea typeface="Calibri" panose="020F0502020204030204" pitchFamily="34" charset="0"/>
            </a:endParaRPr>
          </a:p>
          <a:p>
            <a:pPr marL="342900" indent="-342900">
              <a:buFont typeface="Arial" panose="020B0604020202020204" pitchFamily="34" charset="0"/>
              <a:buChar char="•"/>
            </a:pPr>
            <a:r>
              <a:rPr lang="es-UY" sz="2400" dirty="0">
                <a:effectLst/>
                <a:latin typeface="Aptos" panose="020B0004020202020204" pitchFamily="34" charset="0"/>
                <a:ea typeface="Calibri" panose="020F0502020204030204" pitchFamily="34" charset="0"/>
                <a:cs typeface="Aptos" panose="020B0004020202020204" pitchFamily="34" charset="0"/>
              </a:rPr>
              <a:t>Contiene el </a:t>
            </a:r>
            <a:r>
              <a:rPr lang="es-UY" sz="2400" dirty="0" err="1">
                <a:effectLst/>
                <a:latin typeface="Aptos" panose="020B0004020202020204" pitchFamily="34" charset="0"/>
                <a:ea typeface="Calibri" panose="020F0502020204030204" pitchFamily="34" charset="0"/>
                <a:cs typeface="Aptos" panose="020B0004020202020204" pitchFamily="34" charset="0"/>
              </a:rPr>
              <a:t>tagname</a:t>
            </a:r>
            <a:r>
              <a:rPr lang="es-UY" sz="2400" dirty="0">
                <a:effectLst/>
                <a:latin typeface="Aptos" panose="020B0004020202020204" pitchFamily="34" charset="0"/>
                <a:ea typeface="Calibri" panose="020F0502020204030204" pitchFamily="34" charset="0"/>
                <a:cs typeface="Aptos" panose="020B0004020202020204" pitchFamily="34" charset="0"/>
              </a:rPr>
              <a:t>, </a:t>
            </a:r>
            <a:r>
              <a:rPr lang="es-UY" sz="2400" dirty="0">
                <a:latin typeface="Aptos" panose="020B0004020202020204" pitchFamily="34" charset="0"/>
                <a:ea typeface="Calibri" panose="020F0502020204030204" pitchFamily="34" charset="0"/>
                <a:cs typeface="Aptos" panose="020B0004020202020204" pitchFamily="34" charset="0"/>
              </a:rPr>
              <a:t>las unidades y descripción </a:t>
            </a:r>
            <a:r>
              <a:rPr lang="es-UY" sz="2400" dirty="0">
                <a:effectLst/>
                <a:latin typeface="Aptos" panose="020B0004020202020204" pitchFamily="34" charset="0"/>
                <a:ea typeface="Calibri" panose="020F0502020204030204" pitchFamily="34" charset="0"/>
                <a:cs typeface="Aptos" panose="020B0004020202020204" pitchFamily="34" charset="0"/>
              </a:rPr>
              <a:t>de las variables predictoras.</a:t>
            </a:r>
          </a:p>
          <a:p>
            <a:pPr marL="342900" indent="-342900">
              <a:buFont typeface="Arial" panose="020B0604020202020204" pitchFamily="34" charset="0"/>
              <a:buChar char="•"/>
            </a:pPr>
            <a:endParaRPr lang="es-UY" sz="2400" dirty="0">
              <a:effectLst/>
              <a:latin typeface="Aptos" panose="020B0004020202020204" pitchFamily="34" charset="0"/>
              <a:ea typeface="Calibri" panose="020F0502020204030204" pitchFamily="34" charset="0"/>
              <a:cs typeface="Aptos" panose="020B0004020202020204" pitchFamily="34" charset="0"/>
            </a:endParaRPr>
          </a:p>
          <a:p>
            <a:pPr>
              <a:buNone/>
            </a:pPr>
            <a:endParaRPr lang="es-UY" sz="2400" dirty="0">
              <a:effectLst/>
              <a:latin typeface="Aptos" panose="020B0004020202020204" pitchFamily="34" charset="0"/>
              <a:ea typeface="Calibri" panose="020F0502020204030204" pitchFamily="34" charset="0"/>
              <a:cs typeface="Aptos" panose="020B0004020202020204" pitchFamily="34" charset="0"/>
            </a:endParaRPr>
          </a:p>
        </p:txBody>
      </p:sp>
      <p:pic>
        <p:nvPicPr>
          <p:cNvPr id="3" name="Imagen 2">
            <a:extLst>
              <a:ext uri="{FF2B5EF4-FFF2-40B4-BE49-F238E27FC236}">
                <a16:creationId xmlns:a16="http://schemas.microsoft.com/office/drawing/2014/main" id="{F0F9A2EA-C76B-E9CC-CA33-FF0982B59F84}"/>
              </a:ext>
            </a:extLst>
          </p:cNvPr>
          <p:cNvPicPr>
            <a:picLocks noChangeAspect="1"/>
          </p:cNvPicPr>
          <p:nvPr/>
        </p:nvPicPr>
        <p:blipFill>
          <a:blip r:embed="rId3"/>
          <a:stretch>
            <a:fillRect/>
          </a:stretch>
        </p:blipFill>
        <p:spPr>
          <a:xfrm>
            <a:off x="739989" y="2991375"/>
            <a:ext cx="11202963" cy="3572374"/>
          </a:xfrm>
          <a:prstGeom prst="rect">
            <a:avLst/>
          </a:prstGeom>
          <a:ln>
            <a:solidFill>
              <a:schemeClr val="tx1"/>
            </a:solidFill>
          </a:ln>
        </p:spPr>
      </p:pic>
    </p:spTree>
    <p:extLst>
      <p:ext uri="{BB962C8B-B14F-4D97-AF65-F5344CB8AC3E}">
        <p14:creationId xmlns:p14="http://schemas.microsoft.com/office/powerpoint/2010/main" val="1473443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3D986-C3E0-F620-2375-6F75096CB76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E3AF719-C611-779C-6A25-76F088D3099F}"/>
              </a:ext>
            </a:extLst>
          </p:cNvPr>
          <p:cNvPicPr>
            <a:picLocks noChangeAspect="1"/>
          </p:cNvPicPr>
          <p:nvPr/>
        </p:nvPicPr>
        <p:blipFill>
          <a:blip r:embed="rId2"/>
          <a:stretch>
            <a:fillRect/>
          </a:stretch>
        </p:blipFill>
        <p:spPr>
          <a:xfrm>
            <a:off x="672860" y="212064"/>
            <a:ext cx="11364911" cy="704877"/>
          </a:xfrm>
          <a:prstGeom prst="rect">
            <a:avLst/>
          </a:prstGeom>
        </p:spPr>
      </p:pic>
      <p:sp>
        <p:nvSpPr>
          <p:cNvPr id="5" name="Título 1">
            <a:extLst>
              <a:ext uri="{FF2B5EF4-FFF2-40B4-BE49-F238E27FC236}">
                <a16:creationId xmlns:a16="http://schemas.microsoft.com/office/drawing/2014/main" id="{9A42B7E2-7DE1-2826-B432-DB852CEF75E7}"/>
              </a:ext>
            </a:extLst>
          </p:cNvPr>
          <p:cNvSpPr>
            <a:spLocks noGrp="1"/>
          </p:cNvSpPr>
          <p:nvPr>
            <p:ph type="title"/>
          </p:nvPr>
        </p:nvSpPr>
        <p:spPr>
          <a:xfrm>
            <a:off x="759305" y="113759"/>
            <a:ext cx="10515600" cy="803182"/>
          </a:xfrm>
        </p:spPr>
        <p:txBody>
          <a:bodyPr>
            <a:normAutofit/>
          </a:bodyPr>
          <a:lstStyle/>
          <a:p>
            <a:r>
              <a:rPr lang="es-ES" b="1" dirty="0">
                <a:solidFill>
                  <a:schemeClr val="bg1"/>
                </a:solidFill>
              </a:rPr>
              <a:t>Estructura de los datos</a:t>
            </a:r>
            <a:endParaRPr lang="es-UY" b="1" dirty="0">
              <a:solidFill>
                <a:schemeClr val="bg1"/>
              </a:solidFill>
            </a:endParaRPr>
          </a:p>
        </p:txBody>
      </p:sp>
      <p:pic>
        <p:nvPicPr>
          <p:cNvPr id="2050" name="Picture 2">
            <a:extLst>
              <a:ext uri="{FF2B5EF4-FFF2-40B4-BE49-F238E27FC236}">
                <a16:creationId xmlns:a16="http://schemas.microsoft.com/office/drawing/2014/main" id="{EAEF6C20-D40E-5AD6-F30B-4156D5A53F25}"/>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6355315" y="2010990"/>
            <a:ext cx="5446881" cy="283601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37C44C5E-1C8C-AEA6-17BF-07A8C17D2196}"/>
              </a:ext>
            </a:extLst>
          </p:cNvPr>
          <p:cNvSpPr>
            <a:spLocks noChangeArrowheads="1"/>
          </p:cNvSpPr>
          <p:nvPr/>
        </p:nvSpPr>
        <p:spPr bwMode="auto">
          <a:xfrm>
            <a:off x="759305" y="1107811"/>
            <a:ext cx="5077381" cy="54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UY" altLang="es-UY" sz="24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Carpeta “CCR - </a:t>
            </a:r>
            <a:r>
              <a:rPr kumimoji="0" lang="es-UY" altLang="es-UY" sz="2400" b="1"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Reforming</a:t>
            </a:r>
            <a:r>
              <a:rPr kumimoji="0" lang="es-UY" altLang="es-UY" sz="24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 Catalítico”</a:t>
            </a:r>
            <a:endParaRPr kumimoji="0" lang="es-UY" altLang="es-UY"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Están </a:t>
            </a:r>
          </a:p>
          <a:p>
            <a:pPr marL="439738" lvl="1" indent="-254000" eaLnBrk="0" fontAlgn="base" hangingPunct="0">
              <a:spcBef>
                <a:spcPts val="600"/>
              </a:spcBef>
              <a:spcAft>
                <a:spcPct val="0"/>
              </a:spcAft>
              <a:buFont typeface="Arial" panose="020B0604020202020204" pitchFamily="34" charset="0"/>
              <a:buChar char="•"/>
            </a:pP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Las variables predictoras para entrenamiento/</a:t>
            </a:r>
            <a:r>
              <a:rPr kumimoji="0" lang="es-UY" altLang="es-UY" sz="20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testing</a:t>
            </a: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 (desde jun/24 a feb/25)</a:t>
            </a:r>
          </a:p>
          <a:p>
            <a:pPr marL="439738" lvl="1" indent="-254000" eaLnBrk="0" fontAlgn="base" hangingPunct="0">
              <a:spcBef>
                <a:spcPts val="600"/>
              </a:spcBef>
              <a:spcAft>
                <a:spcPct val="0"/>
              </a:spcAft>
              <a:buFont typeface="Arial" panose="020B0604020202020204" pitchFamily="34" charset="0"/>
              <a:buChar char="•"/>
            </a:pPr>
            <a:r>
              <a:rPr lang="es-UY" altLang="es-UY" sz="2000" dirty="0">
                <a:latin typeface="Arial" panose="020B0604020202020204" pitchFamily="34" charset="0"/>
                <a:ea typeface="Calibri" panose="020F0502020204030204" pitchFamily="34" charset="0"/>
                <a:cs typeface="Aptos" panose="020B0004020202020204" pitchFamily="34" charset="0"/>
              </a:rPr>
              <a:t>Los </a:t>
            </a:r>
            <a:r>
              <a:rPr lang="es-UY" altLang="es-UY" sz="2000" dirty="0" err="1">
                <a:latin typeface="Arial" panose="020B0604020202020204" pitchFamily="34" charset="0"/>
                <a:ea typeface="Calibri" panose="020F0502020204030204" pitchFamily="34" charset="0"/>
                <a:cs typeface="Aptos" panose="020B0004020202020204" pitchFamily="34" charset="0"/>
              </a:rPr>
              <a:t>timestamp</a:t>
            </a:r>
            <a:r>
              <a:rPr lang="es-UY" altLang="es-UY" sz="2000" dirty="0">
                <a:latin typeface="Arial" panose="020B0604020202020204" pitchFamily="34" charset="0"/>
                <a:ea typeface="Calibri" panose="020F0502020204030204" pitchFamily="34" charset="0"/>
                <a:cs typeface="Aptos" panose="020B0004020202020204" pitchFamily="34" charset="0"/>
              </a:rPr>
              <a:t> donde estimar </a:t>
            </a: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(desde mar/25 a </a:t>
            </a:r>
            <a:r>
              <a:rPr kumimoji="0" lang="es-UY" altLang="es-UY" sz="20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ago</a:t>
            </a: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/25)</a:t>
            </a:r>
          </a:p>
          <a:p>
            <a:pPr marL="439738" lvl="1" indent="-254000" eaLnBrk="0" fontAlgn="base" hangingPunct="0">
              <a:spcBef>
                <a:spcPts val="600"/>
              </a:spcBef>
              <a:spcAft>
                <a:spcPct val="0"/>
              </a:spcAft>
              <a:buFont typeface="Arial" panose="020B0604020202020204" pitchFamily="34" charset="0"/>
              <a:buChar char="•"/>
            </a:pP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los análisis de laboratorio de 2209F y Fondo_2102E del tramo de entrenamiento/</a:t>
            </a:r>
            <a:r>
              <a:rPr kumimoji="0" lang="es-UY" altLang="es-UY" sz="20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testing</a:t>
            </a: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 (desde jun/24 – feb/25)</a:t>
            </a:r>
          </a:p>
          <a:p>
            <a:pPr marL="439738" lvl="1" indent="-254000" eaLnBrk="0" fontAlgn="base" hangingPunct="0">
              <a:spcBef>
                <a:spcPts val="600"/>
              </a:spcBef>
              <a:spcAft>
                <a:spcPct val="0"/>
              </a:spcAft>
              <a:buFont typeface="Arial" panose="020B0604020202020204" pitchFamily="34" charset="0"/>
              <a:buChar char="•"/>
            </a:pPr>
            <a:r>
              <a:rPr lang="es-UY" altLang="es-UY" sz="2000" dirty="0">
                <a:latin typeface="Arial" panose="020B0604020202020204" pitchFamily="34" charset="0"/>
                <a:ea typeface="Calibri" panose="020F0502020204030204" pitchFamily="34" charset="0"/>
                <a:cs typeface="Aptos" panose="020B0004020202020204" pitchFamily="34" charset="0"/>
              </a:rPr>
              <a:t>Los </a:t>
            </a:r>
            <a:r>
              <a:rPr lang="es-UY" altLang="es-UY" sz="2000" dirty="0" err="1">
                <a:latin typeface="Arial" panose="020B0604020202020204" pitchFamily="34" charset="0"/>
                <a:ea typeface="Calibri" panose="020F0502020204030204" pitchFamily="34" charset="0"/>
                <a:cs typeface="Aptos" panose="020B0004020202020204" pitchFamily="34" charset="0"/>
              </a:rPr>
              <a:t>timestamp</a:t>
            </a:r>
            <a:r>
              <a:rPr lang="es-UY" altLang="es-UY" sz="2000" dirty="0">
                <a:latin typeface="Arial" panose="020B0604020202020204" pitchFamily="34" charset="0"/>
                <a:ea typeface="Calibri" panose="020F0502020204030204" pitchFamily="34" charset="0"/>
                <a:cs typeface="Aptos" panose="020B0004020202020204" pitchFamily="34" charset="0"/>
              </a:rPr>
              <a:t> donde estimar (desde mar/25 a </a:t>
            </a:r>
            <a:r>
              <a:rPr lang="es-UY" altLang="es-UY" sz="2000" dirty="0" err="1">
                <a:latin typeface="Arial" panose="020B0604020202020204" pitchFamily="34" charset="0"/>
                <a:ea typeface="Calibri" panose="020F0502020204030204" pitchFamily="34" charset="0"/>
                <a:cs typeface="Aptos" panose="020B0004020202020204" pitchFamily="34" charset="0"/>
              </a:rPr>
              <a:t>ago</a:t>
            </a:r>
            <a:r>
              <a:rPr lang="es-UY" altLang="es-UY" sz="2000" dirty="0">
                <a:latin typeface="Arial" panose="020B0604020202020204" pitchFamily="34" charset="0"/>
                <a:ea typeface="Calibri" panose="020F0502020204030204" pitchFamily="34" charset="0"/>
                <a:cs typeface="Aptos" panose="020B0004020202020204" pitchFamily="34" charset="0"/>
              </a:rPr>
              <a:t>/28)</a:t>
            </a: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a:t>
            </a:r>
            <a:endParaRPr kumimoji="0" lang="es-UY" altLang="es-UY"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UY" altLang="es-UY"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F111E339-F0D0-2D92-DBE3-D9ED41C2D19A}"/>
              </a:ext>
            </a:extLst>
          </p:cNvPr>
          <p:cNvSpPr>
            <a:spLocks noChangeArrowheads="1"/>
          </p:cNvSpPr>
          <p:nvPr/>
        </p:nvSpPr>
        <p:spPr bwMode="auto">
          <a:xfrm>
            <a:off x="672860" y="5534744"/>
            <a:ext cx="997213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UY"/>
          </a:p>
        </p:txBody>
      </p:sp>
    </p:spTree>
    <p:extLst>
      <p:ext uri="{BB962C8B-B14F-4D97-AF65-F5344CB8AC3E}">
        <p14:creationId xmlns:p14="http://schemas.microsoft.com/office/powerpoint/2010/main" val="4203843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36D72-6C94-E879-0C50-F7DBCD6E8F3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CA91DAC-404C-7648-D0EF-0D2ADD961C42}"/>
              </a:ext>
            </a:extLst>
          </p:cNvPr>
          <p:cNvPicPr>
            <a:picLocks noChangeAspect="1"/>
          </p:cNvPicPr>
          <p:nvPr/>
        </p:nvPicPr>
        <p:blipFill>
          <a:blip r:embed="rId2"/>
          <a:stretch>
            <a:fillRect/>
          </a:stretch>
        </p:blipFill>
        <p:spPr>
          <a:xfrm>
            <a:off x="669489" y="335044"/>
            <a:ext cx="11364911" cy="704877"/>
          </a:xfrm>
          <a:prstGeom prst="rect">
            <a:avLst/>
          </a:prstGeom>
        </p:spPr>
      </p:pic>
      <p:sp>
        <p:nvSpPr>
          <p:cNvPr id="5" name="Título 1">
            <a:extLst>
              <a:ext uri="{FF2B5EF4-FFF2-40B4-BE49-F238E27FC236}">
                <a16:creationId xmlns:a16="http://schemas.microsoft.com/office/drawing/2014/main" id="{290BEC4C-7C81-463F-8BDC-45EE52091FC6}"/>
              </a:ext>
            </a:extLst>
          </p:cNvPr>
          <p:cNvSpPr>
            <a:spLocks noGrp="1"/>
          </p:cNvSpPr>
          <p:nvPr>
            <p:ph type="title"/>
          </p:nvPr>
        </p:nvSpPr>
        <p:spPr>
          <a:xfrm>
            <a:off x="838200" y="335043"/>
            <a:ext cx="10515600" cy="803182"/>
          </a:xfrm>
        </p:spPr>
        <p:txBody>
          <a:bodyPr>
            <a:normAutofit/>
          </a:bodyPr>
          <a:lstStyle/>
          <a:p>
            <a:r>
              <a:rPr lang="es-ES" b="1" dirty="0">
                <a:solidFill>
                  <a:schemeClr val="bg1"/>
                </a:solidFill>
              </a:rPr>
              <a:t>Estructura de los datos</a:t>
            </a:r>
            <a:endParaRPr lang="es-UY" b="1" dirty="0">
              <a:solidFill>
                <a:schemeClr val="bg1"/>
              </a:solidFill>
            </a:endParaRPr>
          </a:p>
        </p:txBody>
      </p:sp>
      <p:pic>
        <p:nvPicPr>
          <p:cNvPr id="2049" name="Picture 1">
            <a:extLst>
              <a:ext uri="{FF2B5EF4-FFF2-40B4-BE49-F238E27FC236}">
                <a16:creationId xmlns:a16="http://schemas.microsoft.com/office/drawing/2014/main" id="{14EAF49B-07CE-2740-468F-D9108719E7B6}"/>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6523246" y="1940605"/>
            <a:ext cx="5668754" cy="297679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5BA951F-48D6-6ED8-5DB5-246BAF4D8607}"/>
              </a:ext>
            </a:extLst>
          </p:cNvPr>
          <p:cNvSpPr>
            <a:spLocks noChangeArrowheads="1"/>
          </p:cNvSpPr>
          <p:nvPr/>
        </p:nvSpPr>
        <p:spPr bwMode="auto">
          <a:xfrm>
            <a:off x="672860" y="5534744"/>
            <a:ext cx="997213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UY"/>
          </a:p>
        </p:txBody>
      </p:sp>
      <p:sp>
        <p:nvSpPr>
          <p:cNvPr id="2" name="Rectangle 3">
            <a:extLst>
              <a:ext uri="{FF2B5EF4-FFF2-40B4-BE49-F238E27FC236}">
                <a16:creationId xmlns:a16="http://schemas.microsoft.com/office/drawing/2014/main" id="{42A403DE-E131-4111-AB35-1ED66D247A5B}"/>
              </a:ext>
            </a:extLst>
          </p:cNvPr>
          <p:cNvSpPr>
            <a:spLocks noChangeArrowheads="1"/>
          </p:cNvSpPr>
          <p:nvPr/>
        </p:nvSpPr>
        <p:spPr bwMode="auto">
          <a:xfrm>
            <a:off x="669489" y="1130895"/>
            <a:ext cx="5426511" cy="580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UY" altLang="es-UY" sz="24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Carpeta “FCC – Cracking Catalítico”</a:t>
            </a:r>
            <a:endParaRPr kumimoji="0" lang="es-UY" altLang="es-UY"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Están </a:t>
            </a:r>
          </a:p>
          <a:p>
            <a:pPr marL="439738" lvl="1" indent="-254000" eaLnBrk="0" fontAlgn="base" hangingPunct="0">
              <a:spcBef>
                <a:spcPts val="600"/>
              </a:spcBef>
              <a:spcAft>
                <a:spcPct val="0"/>
              </a:spcAft>
              <a:buFont typeface="Arial" panose="020B0604020202020204" pitchFamily="34" charset="0"/>
              <a:buChar char="•"/>
            </a:pP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Las variables predictoras para entrenamiento/</a:t>
            </a:r>
            <a:r>
              <a:rPr kumimoji="0" lang="es-UY" altLang="es-UY" sz="20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testing</a:t>
            </a: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 (desde jun/24 a feb/25)</a:t>
            </a:r>
          </a:p>
          <a:p>
            <a:pPr marL="439738" lvl="1" indent="-254000" eaLnBrk="0" fontAlgn="base" hangingPunct="0">
              <a:spcBef>
                <a:spcPts val="600"/>
              </a:spcBef>
              <a:spcAft>
                <a:spcPct val="0"/>
              </a:spcAft>
              <a:buFont typeface="Arial" panose="020B0604020202020204" pitchFamily="34" charset="0"/>
              <a:buChar char="•"/>
            </a:pPr>
            <a:r>
              <a:rPr lang="es-UY" altLang="es-UY" sz="2000" dirty="0">
                <a:latin typeface="Arial" panose="020B0604020202020204" pitchFamily="34" charset="0"/>
                <a:ea typeface="Calibri" panose="020F0502020204030204" pitchFamily="34" charset="0"/>
                <a:cs typeface="Aptos" panose="020B0004020202020204" pitchFamily="34" charset="0"/>
              </a:rPr>
              <a:t>Las variables predictoras </a:t>
            </a: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para la estimación (mar/25 a </a:t>
            </a:r>
            <a:r>
              <a:rPr kumimoji="0" lang="es-UY" altLang="es-UY" sz="20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ago</a:t>
            </a: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/25)</a:t>
            </a:r>
          </a:p>
          <a:p>
            <a:pPr marL="439738" lvl="1" indent="-254000" eaLnBrk="0" fontAlgn="base" hangingPunct="0">
              <a:spcBef>
                <a:spcPts val="600"/>
              </a:spcBef>
              <a:spcAft>
                <a:spcPct val="0"/>
              </a:spcAft>
              <a:buFont typeface="Arial" panose="020B0604020202020204" pitchFamily="34" charset="0"/>
              <a:buChar char="•"/>
            </a:pPr>
            <a:r>
              <a:rPr lang="es-UY" altLang="es-UY" sz="2000" dirty="0">
                <a:latin typeface="Arial" panose="020B0604020202020204" pitchFamily="34" charset="0"/>
                <a:ea typeface="Calibri" panose="020F0502020204030204" pitchFamily="34" charset="0"/>
                <a:cs typeface="Aptos" panose="020B0004020202020204" pitchFamily="34" charset="0"/>
              </a:rPr>
              <a:t>Los </a:t>
            </a:r>
            <a:r>
              <a:rPr lang="es-UY" altLang="es-UY" sz="2000" dirty="0" err="1">
                <a:latin typeface="Arial" panose="020B0604020202020204" pitchFamily="34" charset="0"/>
                <a:ea typeface="Calibri" panose="020F0502020204030204" pitchFamily="34" charset="0"/>
                <a:cs typeface="Aptos" panose="020B0004020202020204" pitchFamily="34" charset="0"/>
              </a:rPr>
              <a:t>timestamp</a:t>
            </a:r>
            <a:r>
              <a:rPr lang="es-UY" altLang="es-UY" sz="2000" dirty="0">
                <a:latin typeface="Arial" panose="020B0604020202020204" pitchFamily="34" charset="0"/>
                <a:ea typeface="Calibri" panose="020F0502020204030204" pitchFamily="34" charset="0"/>
                <a:cs typeface="Aptos" panose="020B0004020202020204" pitchFamily="34" charset="0"/>
              </a:rPr>
              <a:t> donde estimar </a:t>
            </a: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(desde mar/25 a </a:t>
            </a:r>
            <a:r>
              <a:rPr kumimoji="0" lang="es-UY" altLang="es-UY" sz="20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ago</a:t>
            </a: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/25)</a:t>
            </a:r>
          </a:p>
          <a:p>
            <a:pPr marL="439738" lvl="1" indent="-254000" eaLnBrk="0" fontAlgn="base" hangingPunct="0">
              <a:spcBef>
                <a:spcPts val="600"/>
              </a:spcBef>
              <a:spcAft>
                <a:spcPct val="0"/>
              </a:spcAft>
              <a:buFont typeface="Arial" panose="020B0604020202020204" pitchFamily="34" charset="0"/>
              <a:buChar char="•"/>
            </a:pP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los análisis de laboratorio de 402E y carga de cracking para entrenamiento/</a:t>
            </a:r>
            <a:r>
              <a:rPr kumimoji="0" lang="es-UY" altLang="es-UY" sz="20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testing</a:t>
            </a: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 (desde jun/24 – feb/25)</a:t>
            </a:r>
          </a:p>
          <a:p>
            <a:pPr marL="439738" lvl="1" indent="-254000" eaLnBrk="0" fontAlgn="base" hangingPunct="0">
              <a:spcBef>
                <a:spcPts val="600"/>
              </a:spcBef>
              <a:spcAft>
                <a:spcPct val="0"/>
              </a:spcAft>
              <a:buFont typeface="Arial" panose="020B0604020202020204" pitchFamily="34" charset="0"/>
              <a:buChar char="•"/>
            </a:pPr>
            <a:r>
              <a:rPr lang="es-UY" altLang="es-UY" sz="2000" dirty="0">
                <a:latin typeface="Arial" panose="020B0604020202020204" pitchFamily="34" charset="0"/>
                <a:ea typeface="Calibri" panose="020F0502020204030204" pitchFamily="34" charset="0"/>
                <a:cs typeface="Aptos" panose="020B0004020202020204" pitchFamily="34" charset="0"/>
              </a:rPr>
              <a:t>Los </a:t>
            </a:r>
            <a:r>
              <a:rPr lang="es-UY" altLang="es-UY" sz="2000" dirty="0" err="1">
                <a:latin typeface="Arial" panose="020B0604020202020204" pitchFamily="34" charset="0"/>
                <a:ea typeface="Calibri" panose="020F0502020204030204" pitchFamily="34" charset="0"/>
                <a:cs typeface="Aptos" panose="020B0004020202020204" pitchFamily="34" charset="0"/>
              </a:rPr>
              <a:t>timestamp</a:t>
            </a:r>
            <a:r>
              <a:rPr lang="es-UY" altLang="es-UY" sz="2000" dirty="0">
                <a:latin typeface="Arial" panose="020B0604020202020204" pitchFamily="34" charset="0"/>
                <a:ea typeface="Calibri" panose="020F0502020204030204" pitchFamily="34" charset="0"/>
                <a:cs typeface="Aptos" panose="020B0004020202020204" pitchFamily="34" charset="0"/>
              </a:rPr>
              <a:t> donde estimar (desde mar/25 a </a:t>
            </a:r>
            <a:r>
              <a:rPr lang="es-UY" altLang="es-UY" sz="2000" dirty="0" err="1">
                <a:latin typeface="Arial" panose="020B0604020202020204" pitchFamily="34" charset="0"/>
                <a:ea typeface="Calibri" panose="020F0502020204030204" pitchFamily="34" charset="0"/>
                <a:cs typeface="Aptos" panose="020B0004020202020204" pitchFamily="34" charset="0"/>
              </a:rPr>
              <a:t>ago</a:t>
            </a:r>
            <a:r>
              <a:rPr lang="es-UY" altLang="es-UY" sz="2000" dirty="0">
                <a:latin typeface="Arial" panose="020B0604020202020204" pitchFamily="34" charset="0"/>
                <a:ea typeface="Calibri" panose="020F0502020204030204" pitchFamily="34" charset="0"/>
                <a:cs typeface="Aptos" panose="020B0004020202020204" pitchFamily="34" charset="0"/>
              </a:rPr>
              <a:t>/28)</a:t>
            </a:r>
            <a:r>
              <a:rPr kumimoji="0" lang="es-UY" altLang="es-UY"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a:t>
            </a:r>
            <a:endParaRPr kumimoji="0" lang="es-UY" altLang="es-UY"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UY" altLang="es-UY"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58161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AD137-463D-FB00-DE70-00B1A4A4C87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3B61E25-2EE2-6F11-6267-537375A74772}"/>
              </a:ext>
            </a:extLst>
          </p:cNvPr>
          <p:cNvPicPr>
            <a:picLocks noChangeAspect="1"/>
          </p:cNvPicPr>
          <p:nvPr/>
        </p:nvPicPr>
        <p:blipFill>
          <a:blip r:embed="rId2"/>
          <a:stretch>
            <a:fillRect/>
          </a:stretch>
        </p:blipFill>
        <p:spPr>
          <a:xfrm>
            <a:off x="669489" y="424327"/>
            <a:ext cx="11364911" cy="704877"/>
          </a:xfrm>
          <a:prstGeom prst="rect">
            <a:avLst/>
          </a:prstGeom>
        </p:spPr>
      </p:pic>
      <p:sp>
        <p:nvSpPr>
          <p:cNvPr id="5" name="Título 1">
            <a:extLst>
              <a:ext uri="{FF2B5EF4-FFF2-40B4-BE49-F238E27FC236}">
                <a16:creationId xmlns:a16="http://schemas.microsoft.com/office/drawing/2014/main" id="{0EA5E34C-CF1B-0FF0-D555-C4DEFF2F1A80}"/>
              </a:ext>
            </a:extLst>
          </p:cNvPr>
          <p:cNvSpPr>
            <a:spLocks noGrp="1"/>
          </p:cNvSpPr>
          <p:nvPr>
            <p:ph type="title"/>
          </p:nvPr>
        </p:nvSpPr>
        <p:spPr>
          <a:xfrm>
            <a:off x="669489" y="375174"/>
            <a:ext cx="10515600" cy="803182"/>
          </a:xfrm>
        </p:spPr>
        <p:txBody>
          <a:bodyPr>
            <a:normAutofit/>
          </a:bodyPr>
          <a:lstStyle/>
          <a:p>
            <a:r>
              <a:rPr lang="es-ES" b="1" dirty="0">
                <a:solidFill>
                  <a:schemeClr val="bg1"/>
                </a:solidFill>
              </a:rPr>
              <a:t>Detalle de los archivos</a:t>
            </a:r>
            <a:endParaRPr lang="es-UY" b="1" dirty="0">
              <a:solidFill>
                <a:schemeClr val="bg1"/>
              </a:solidFill>
            </a:endParaRPr>
          </a:p>
        </p:txBody>
      </p:sp>
      <p:sp>
        <p:nvSpPr>
          <p:cNvPr id="6" name="Rectangle 5">
            <a:extLst>
              <a:ext uri="{FF2B5EF4-FFF2-40B4-BE49-F238E27FC236}">
                <a16:creationId xmlns:a16="http://schemas.microsoft.com/office/drawing/2014/main" id="{4724B80F-0CB5-F8CF-5AD2-12F5CF90EC41}"/>
              </a:ext>
            </a:extLst>
          </p:cNvPr>
          <p:cNvSpPr>
            <a:spLocks noChangeArrowheads="1"/>
          </p:cNvSpPr>
          <p:nvPr/>
        </p:nvSpPr>
        <p:spPr bwMode="auto">
          <a:xfrm>
            <a:off x="672860" y="5534744"/>
            <a:ext cx="997213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UY"/>
          </a:p>
        </p:txBody>
      </p:sp>
      <p:sp>
        <p:nvSpPr>
          <p:cNvPr id="2" name="Rectangle 3">
            <a:extLst>
              <a:ext uri="{FF2B5EF4-FFF2-40B4-BE49-F238E27FC236}">
                <a16:creationId xmlns:a16="http://schemas.microsoft.com/office/drawing/2014/main" id="{DA1B6EDC-7943-3934-1946-E4917CD5D812}"/>
              </a:ext>
            </a:extLst>
          </p:cNvPr>
          <p:cNvSpPr>
            <a:spLocks noChangeArrowheads="1"/>
          </p:cNvSpPr>
          <p:nvPr/>
        </p:nvSpPr>
        <p:spPr bwMode="auto">
          <a:xfrm>
            <a:off x="745012" y="1169367"/>
            <a:ext cx="1136491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UY" altLang="es-UY" sz="24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Carpeta “FCC – Cracking Catalítico”</a:t>
            </a:r>
          </a:p>
          <a:p>
            <a:pPr marL="0" marR="0" lvl="0" indent="0" algn="l" defTabSz="914400" rtl="0" eaLnBrk="0" fontAlgn="base" latinLnBrk="0" hangingPunct="0">
              <a:lnSpc>
                <a:spcPct val="100000"/>
              </a:lnSpc>
              <a:spcBef>
                <a:spcPct val="0"/>
              </a:spcBef>
              <a:spcAft>
                <a:spcPct val="0"/>
              </a:spcAft>
              <a:buClrTx/>
              <a:buSzTx/>
              <a:buFontTx/>
              <a:buNone/>
              <a:tabLst/>
            </a:pPr>
            <a:r>
              <a:rPr lang="es-UY" altLang="es-UY" sz="2000" b="1" dirty="0">
                <a:latin typeface="Arial" panose="020B0604020202020204" pitchFamily="34" charset="0"/>
                <a:ea typeface="Calibri" panose="020F0502020204030204" pitchFamily="34" charset="0"/>
                <a:cs typeface="Aptos" panose="020B0004020202020204" pitchFamily="34" charset="0"/>
              </a:rPr>
              <a:t>A</a:t>
            </a:r>
            <a:r>
              <a:rPr kumimoji="0" lang="es-UY" altLang="es-UY" sz="20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rchivo Predictoras_202406_202502_FCC</a:t>
            </a:r>
            <a:endParaRPr kumimoji="0" lang="es-UY" altLang="es-UY" sz="2000" b="0" i="0" u="none" strike="noStrike" cap="none" normalizeH="0" baseline="0" dirty="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843EA8F3-D80F-FF37-26A4-B40E0EB6D2C9}"/>
              </a:ext>
            </a:extLst>
          </p:cNvPr>
          <p:cNvSpPr txBox="1"/>
          <p:nvPr/>
        </p:nvSpPr>
        <p:spPr>
          <a:xfrm>
            <a:off x="855728" y="4646606"/>
            <a:ext cx="10143121" cy="369332"/>
          </a:xfrm>
          <a:prstGeom prst="rect">
            <a:avLst/>
          </a:prstGeom>
          <a:noFill/>
        </p:spPr>
        <p:txBody>
          <a:bodyPr wrap="square" rtlCol="0">
            <a:spAutoFit/>
          </a:bodyPr>
          <a:lstStyle/>
          <a:p>
            <a:r>
              <a:rPr lang="es-419" dirty="0"/>
              <a:t>Datos cada un minuto</a:t>
            </a:r>
          </a:p>
        </p:txBody>
      </p:sp>
      <p:pic>
        <p:nvPicPr>
          <p:cNvPr id="11" name="Picture 10">
            <a:extLst>
              <a:ext uri="{FF2B5EF4-FFF2-40B4-BE49-F238E27FC236}">
                <a16:creationId xmlns:a16="http://schemas.microsoft.com/office/drawing/2014/main" id="{8F051B4F-F114-EB1D-DEBD-69DEE3848B0B}"/>
              </a:ext>
            </a:extLst>
          </p:cNvPr>
          <p:cNvPicPr>
            <a:picLocks noChangeAspect="1"/>
          </p:cNvPicPr>
          <p:nvPr/>
        </p:nvPicPr>
        <p:blipFill>
          <a:blip r:embed="rId3"/>
          <a:stretch>
            <a:fillRect/>
          </a:stretch>
        </p:blipFill>
        <p:spPr>
          <a:xfrm>
            <a:off x="236829" y="2474686"/>
            <a:ext cx="11718341" cy="1198756"/>
          </a:xfrm>
          <a:prstGeom prst="rect">
            <a:avLst/>
          </a:prstGeom>
        </p:spPr>
      </p:pic>
    </p:spTree>
    <p:extLst>
      <p:ext uri="{BB962C8B-B14F-4D97-AF65-F5344CB8AC3E}">
        <p14:creationId xmlns:p14="http://schemas.microsoft.com/office/powerpoint/2010/main" val="2805754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36D43-34D8-7228-F549-7C256B28B60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A85FC2D-4971-695B-E4ED-CB109617186A}"/>
              </a:ext>
            </a:extLst>
          </p:cNvPr>
          <p:cNvPicPr>
            <a:picLocks noChangeAspect="1"/>
          </p:cNvPicPr>
          <p:nvPr/>
        </p:nvPicPr>
        <p:blipFill>
          <a:blip r:embed="rId2"/>
          <a:stretch>
            <a:fillRect/>
          </a:stretch>
        </p:blipFill>
        <p:spPr>
          <a:xfrm>
            <a:off x="669489" y="424327"/>
            <a:ext cx="11364911" cy="704877"/>
          </a:xfrm>
          <a:prstGeom prst="rect">
            <a:avLst/>
          </a:prstGeom>
        </p:spPr>
      </p:pic>
      <p:sp>
        <p:nvSpPr>
          <p:cNvPr id="5" name="Título 1">
            <a:extLst>
              <a:ext uri="{FF2B5EF4-FFF2-40B4-BE49-F238E27FC236}">
                <a16:creationId xmlns:a16="http://schemas.microsoft.com/office/drawing/2014/main" id="{80B5B0DA-6C37-B1F3-E802-6D30546A9685}"/>
              </a:ext>
            </a:extLst>
          </p:cNvPr>
          <p:cNvSpPr>
            <a:spLocks noGrp="1"/>
          </p:cNvSpPr>
          <p:nvPr>
            <p:ph type="title"/>
          </p:nvPr>
        </p:nvSpPr>
        <p:spPr>
          <a:xfrm>
            <a:off x="669489" y="375174"/>
            <a:ext cx="10515600" cy="803182"/>
          </a:xfrm>
        </p:spPr>
        <p:txBody>
          <a:bodyPr>
            <a:normAutofit/>
          </a:bodyPr>
          <a:lstStyle/>
          <a:p>
            <a:r>
              <a:rPr lang="es-ES" b="1" dirty="0">
                <a:solidFill>
                  <a:schemeClr val="bg1"/>
                </a:solidFill>
              </a:rPr>
              <a:t>Detalle de los archivos</a:t>
            </a:r>
            <a:endParaRPr lang="es-UY" b="1" dirty="0">
              <a:solidFill>
                <a:schemeClr val="bg1"/>
              </a:solidFill>
            </a:endParaRPr>
          </a:p>
        </p:txBody>
      </p:sp>
      <p:sp>
        <p:nvSpPr>
          <p:cNvPr id="6" name="Rectangle 5">
            <a:extLst>
              <a:ext uri="{FF2B5EF4-FFF2-40B4-BE49-F238E27FC236}">
                <a16:creationId xmlns:a16="http://schemas.microsoft.com/office/drawing/2014/main" id="{14E991F1-B281-63E9-17A9-8F456E96D7D1}"/>
              </a:ext>
            </a:extLst>
          </p:cNvPr>
          <p:cNvSpPr>
            <a:spLocks noChangeArrowheads="1"/>
          </p:cNvSpPr>
          <p:nvPr/>
        </p:nvSpPr>
        <p:spPr bwMode="auto">
          <a:xfrm>
            <a:off x="672860" y="5534744"/>
            <a:ext cx="997213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UY"/>
          </a:p>
        </p:txBody>
      </p:sp>
      <p:sp>
        <p:nvSpPr>
          <p:cNvPr id="2" name="Rectangle 3">
            <a:extLst>
              <a:ext uri="{FF2B5EF4-FFF2-40B4-BE49-F238E27FC236}">
                <a16:creationId xmlns:a16="http://schemas.microsoft.com/office/drawing/2014/main" id="{1C7DAFB2-6E03-A311-EAF6-044657FE191B}"/>
              </a:ext>
            </a:extLst>
          </p:cNvPr>
          <p:cNvSpPr>
            <a:spLocks noChangeArrowheads="1"/>
          </p:cNvSpPr>
          <p:nvPr/>
        </p:nvSpPr>
        <p:spPr bwMode="auto">
          <a:xfrm>
            <a:off x="745012" y="1169367"/>
            <a:ext cx="1136491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UY" altLang="es-UY" sz="24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Carpeta “FCC – Cracking Catalítico”</a:t>
            </a:r>
          </a:p>
          <a:p>
            <a:pPr marL="0" marR="0" lvl="0" indent="0" algn="l" defTabSz="914400" rtl="0" eaLnBrk="0" fontAlgn="base" latinLnBrk="0" hangingPunct="0">
              <a:lnSpc>
                <a:spcPct val="100000"/>
              </a:lnSpc>
              <a:spcBef>
                <a:spcPct val="0"/>
              </a:spcBef>
              <a:spcAft>
                <a:spcPct val="0"/>
              </a:spcAft>
              <a:buClrTx/>
              <a:buSzTx/>
              <a:buFontTx/>
              <a:buNone/>
              <a:tabLst/>
            </a:pPr>
            <a:r>
              <a:rPr lang="es-UY" altLang="es-UY" sz="2000" b="1" dirty="0">
                <a:latin typeface="Arial" panose="020B0604020202020204" pitchFamily="34" charset="0"/>
                <a:ea typeface="Calibri" panose="020F0502020204030204" pitchFamily="34" charset="0"/>
                <a:cs typeface="Aptos" panose="020B0004020202020204" pitchFamily="34" charset="0"/>
              </a:rPr>
              <a:t>A</a:t>
            </a:r>
            <a:r>
              <a:rPr kumimoji="0" lang="es-UY" altLang="es-UY" sz="20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rchivo R-CRACKING_402E_202406_202502</a:t>
            </a:r>
            <a:endParaRPr kumimoji="0" lang="es-UY" altLang="es-UY" sz="2000" b="0" i="0" u="none" strike="noStrike" cap="none" normalizeH="0" baseline="0" dirty="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B1D55075-E44F-0738-9D87-89697818432C}"/>
              </a:ext>
            </a:extLst>
          </p:cNvPr>
          <p:cNvSpPr txBox="1"/>
          <p:nvPr/>
        </p:nvSpPr>
        <p:spPr>
          <a:xfrm>
            <a:off x="227781" y="5217979"/>
            <a:ext cx="10143121" cy="369332"/>
          </a:xfrm>
          <a:prstGeom prst="rect">
            <a:avLst/>
          </a:prstGeom>
          <a:noFill/>
        </p:spPr>
        <p:txBody>
          <a:bodyPr wrap="square" rtlCol="0">
            <a:spAutoFit/>
          </a:bodyPr>
          <a:lstStyle/>
          <a:p>
            <a:r>
              <a:rPr lang="es-419" dirty="0"/>
              <a:t>Una fila por cada componente para esa fecha y hora</a:t>
            </a:r>
          </a:p>
        </p:txBody>
      </p:sp>
      <p:pic>
        <p:nvPicPr>
          <p:cNvPr id="8" name="Imagen 7">
            <a:extLst>
              <a:ext uri="{FF2B5EF4-FFF2-40B4-BE49-F238E27FC236}">
                <a16:creationId xmlns:a16="http://schemas.microsoft.com/office/drawing/2014/main" id="{526C07DA-C3FF-E63E-C27A-E698F1F23C8A}"/>
              </a:ext>
            </a:extLst>
          </p:cNvPr>
          <p:cNvPicPr>
            <a:picLocks noChangeAspect="1"/>
          </p:cNvPicPr>
          <p:nvPr/>
        </p:nvPicPr>
        <p:blipFill>
          <a:blip r:embed="rId3"/>
          <a:stretch>
            <a:fillRect/>
          </a:stretch>
        </p:blipFill>
        <p:spPr>
          <a:xfrm>
            <a:off x="227781" y="2076261"/>
            <a:ext cx="11736438" cy="2705478"/>
          </a:xfrm>
          <a:prstGeom prst="rect">
            <a:avLst/>
          </a:prstGeom>
        </p:spPr>
      </p:pic>
    </p:spTree>
    <p:extLst>
      <p:ext uri="{BB962C8B-B14F-4D97-AF65-F5344CB8AC3E}">
        <p14:creationId xmlns:p14="http://schemas.microsoft.com/office/powerpoint/2010/main" val="2003066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00832-7414-7CFD-6CFF-0EA5FEA06CD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F6BAF4C-8322-6A28-A912-8C5610841F89}"/>
              </a:ext>
            </a:extLst>
          </p:cNvPr>
          <p:cNvPicPr>
            <a:picLocks noChangeAspect="1"/>
          </p:cNvPicPr>
          <p:nvPr/>
        </p:nvPicPr>
        <p:blipFill>
          <a:blip r:embed="rId2"/>
          <a:stretch>
            <a:fillRect/>
          </a:stretch>
        </p:blipFill>
        <p:spPr>
          <a:xfrm>
            <a:off x="669489" y="424327"/>
            <a:ext cx="11364911" cy="704877"/>
          </a:xfrm>
          <a:prstGeom prst="rect">
            <a:avLst/>
          </a:prstGeom>
        </p:spPr>
      </p:pic>
      <p:sp>
        <p:nvSpPr>
          <p:cNvPr id="5" name="Título 1">
            <a:extLst>
              <a:ext uri="{FF2B5EF4-FFF2-40B4-BE49-F238E27FC236}">
                <a16:creationId xmlns:a16="http://schemas.microsoft.com/office/drawing/2014/main" id="{5F1AC7FA-A5EE-23D7-BA4E-C9D1788645FD}"/>
              </a:ext>
            </a:extLst>
          </p:cNvPr>
          <p:cNvSpPr>
            <a:spLocks noGrp="1"/>
          </p:cNvSpPr>
          <p:nvPr>
            <p:ph type="title"/>
          </p:nvPr>
        </p:nvSpPr>
        <p:spPr>
          <a:xfrm>
            <a:off x="669489" y="375174"/>
            <a:ext cx="10515600" cy="803182"/>
          </a:xfrm>
        </p:spPr>
        <p:txBody>
          <a:bodyPr>
            <a:normAutofit/>
          </a:bodyPr>
          <a:lstStyle/>
          <a:p>
            <a:r>
              <a:rPr lang="es-ES" b="1" dirty="0">
                <a:solidFill>
                  <a:schemeClr val="bg1"/>
                </a:solidFill>
              </a:rPr>
              <a:t>Detalle de los archivos</a:t>
            </a:r>
            <a:endParaRPr lang="es-UY" b="1" dirty="0">
              <a:solidFill>
                <a:schemeClr val="bg1"/>
              </a:solidFill>
            </a:endParaRPr>
          </a:p>
        </p:txBody>
      </p:sp>
      <p:sp>
        <p:nvSpPr>
          <p:cNvPr id="6" name="Rectangle 5">
            <a:extLst>
              <a:ext uri="{FF2B5EF4-FFF2-40B4-BE49-F238E27FC236}">
                <a16:creationId xmlns:a16="http://schemas.microsoft.com/office/drawing/2014/main" id="{3D10615B-BC95-912B-B987-0AA8AF48DD26}"/>
              </a:ext>
            </a:extLst>
          </p:cNvPr>
          <p:cNvSpPr>
            <a:spLocks noChangeArrowheads="1"/>
          </p:cNvSpPr>
          <p:nvPr/>
        </p:nvSpPr>
        <p:spPr bwMode="auto">
          <a:xfrm>
            <a:off x="672860" y="5534744"/>
            <a:ext cx="997213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UY"/>
          </a:p>
        </p:txBody>
      </p:sp>
      <p:sp>
        <p:nvSpPr>
          <p:cNvPr id="2" name="Rectangle 3">
            <a:extLst>
              <a:ext uri="{FF2B5EF4-FFF2-40B4-BE49-F238E27FC236}">
                <a16:creationId xmlns:a16="http://schemas.microsoft.com/office/drawing/2014/main" id="{DFB8713E-7238-A237-1B18-ACDDDE9C3867}"/>
              </a:ext>
            </a:extLst>
          </p:cNvPr>
          <p:cNvSpPr>
            <a:spLocks noChangeArrowheads="1"/>
          </p:cNvSpPr>
          <p:nvPr/>
        </p:nvSpPr>
        <p:spPr bwMode="auto">
          <a:xfrm>
            <a:off x="745012" y="1169367"/>
            <a:ext cx="1136491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UY" altLang="es-UY" sz="24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Carpeta “FCC – Cracking Catalítico”</a:t>
            </a:r>
          </a:p>
          <a:p>
            <a:pPr marL="0" marR="0" lvl="0" indent="0" algn="l" defTabSz="914400" rtl="0" eaLnBrk="0" fontAlgn="base" latinLnBrk="0" hangingPunct="0">
              <a:lnSpc>
                <a:spcPct val="100000"/>
              </a:lnSpc>
              <a:spcBef>
                <a:spcPct val="0"/>
              </a:spcBef>
              <a:spcAft>
                <a:spcPct val="0"/>
              </a:spcAft>
              <a:buClrTx/>
              <a:buSzTx/>
              <a:buFontTx/>
              <a:buNone/>
              <a:tabLst/>
            </a:pPr>
            <a:r>
              <a:rPr lang="es-UY" altLang="es-UY" sz="2000" b="1" dirty="0">
                <a:latin typeface="Arial" panose="020B0604020202020204" pitchFamily="34" charset="0"/>
                <a:ea typeface="Calibri" panose="020F0502020204030204" pitchFamily="34" charset="0"/>
                <a:cs typeface="Aptos" panose="020B0004020202020204" pitchFamily="34" charset="0"/>
              </a:rPr>
              <a:t>A</a:t>
            </a:r>
            <a:r>
              <a:rPr kumimoji="0" lang="es-UY" altLang="es-UY" sz="20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ptos" panose="020B0004020202020204" pitchFamily="34" charset="0"/>
              </a:rPr>
              <a:t>rchivo R-CRACKING_CARGA_CRACKING_202406_202502</a:t>
            </a:r>
            <a:endParaRPr kumimoji="0" lang="es-UY" altLang="es-UY" sz="2000" b="0" i="0" u="none" strike="noStrike" cap="none" normalizeH="0" baseline="0" dirty="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0A867A37-066C-4CF5-2471-9C22FA28FDAB}"/>
              </a:ext>
            </a:extLst>
          </p:cNvPr>
          <p:cNvSpPr txBox="1"/>
          <p:nvPr/>
        </p:nvSpPr>
        <p:spPr>
          <a:xfrm>
            <a:off x="270103" y="5922962"/>
            <a:ext cx="10143121" cy="646331"/>
          </a:xfrm>
          <a:prstGeom prst="rect">
            <a:avLst/>
          </a:prstGeom>
          <a:noFill/>
        </p:spPr>
        <p:txBody>
          <a:bodyPr wrap="square" rtlCol="0">
            <a:spAutoFit/>
          </a:bodyPr>
          <a:lstStyle/>
          <a:p>
            <a:r>
              <a:rPr lang="es-419" dirty="0"/>
              <a:t>Una fila por cada ensayo y fecha</a:t>
            </a:r>
          </a:p>
          <a:p>
            <a:r>
              <a:rPr lang="es-419" dirty="0"/>
              <a:t>Son diferentes las cantidades de ensayos que se realizan en diferentes fechas y horas</a:t>
            </a:r>
          </a:p>
        </p:txBody>
      </p:sp>
      <p:pic>
        <p:nvPicPr>
          <p:cNvPr id="4" name="Imagen 3" descr="Interfaz de usuario gráfica, Aplicación, Tabla, Excel&#10;&#10;El contenido generado por IA puede ser incorrecto.">
            <a:extLst>
              <a:ext uri="{FF2B5EF4-FFF2-40B4-BE49-F238E27FC236}">
                <a16:creationId xmlns:a16="http://schemas.microsoft.com/office/drawing/2014/main" id="{6D72CAD7-DFDA-8E91-4573-6CD2965FA4F0}"/>
              </a:ext>
            </a:extLst>
          </p:cNvPr>
          <p:cNvPicPr>
            <a:picLocks noChangeAspect="1"/>
          </p:cNvPicPr>
          <p:nvPr/>
        </p:nvPicPr>
        <p:blipFill>
          <a:blip r:embed="rId3"/>
          <a:stretch>
            <a:fillRect/>
          </a:stretch>
        </p:blipFill>
        <p:spPr>
          <a:xfrm>
            <a:off x="151570" y="1863009"/>
            <a:ext cx="11888859" cy="3972479"/>
          </a:xfrm>
          <a:prstGeom prst="rect">
            <a:avLst/>
          </a:prstGeom>
        </p:spPr>
      </p:pic>
    </p:spTree>
    <p:extLst>
      <p:ext uri="{BB962C8B-B14F-4D97-AF65-F5344CB8AC3E}">
        <p14:creationId xmlns:p14="http://schemas.microsoft.com/office/powerpoint/2010/main" val="1125638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438A5-3D63-949E-D5BF-BBCB97D1B9C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116EFBE-A365-AFF9-8360-AE0351714548}"/>
              </a:ext>
            </a:extLst>
          </p:cNvPr>
          <p:cNvPicPr>
            <a:picLocks noChangeAspect="1"/>
          </p:cNvPicPr>
          <p:nvPr/>
        </p:nvPicPr>
        <p:blipFill>
          <a:blip r:embed="rId2"/>
          <a:stretch>
            <a:fillRect/>
          </a:stretch>
        </p:blipFill>
        <p:spPr>
          <a:xfrm>
            <a:off x="643251" y="490513"/>
            <a:ext cx="11364911" cy="704877"/>
          </a:xfrm>
          <a:prstGeom prst="rect">
            <a:avLst/>
          </a:prstGeom>
        </p:spPr>
      </p:pic>
      <p:sp>
        <p:nvSpPr>
          <p:cNvPr id="5" name="Título 1">
            <a:extLst>
              <a:ext uri="{FF2B5EF4-FFF2-40B4-BE49-F238E27FC236}">
                <a16:creationId xmlns:a16="http://schemas.microsoft.com/office/drawing/2014/main" id="{3FF75880-4AA3-7F4B-9DE1-932D674E915F}"/>
              </a:ext>
            </a:extLst>
          </p:cNvPr>
          <p:cNvSpPr>
            <a:spLocks noGrp="1"/>
          </p:cNvSpPr>
          <p:nvPr>
            <p:ph type="title"/>
          </p:nvPr>
        </p:nvSpPr>
        <p:spPr>
          <a:xfrm>
            <a:off x="838200" y="490513"/>
            <a:ext cx="10515600" cy="803182"/>
          </a:xfrm>
        </p:spPr>
        <p:txBody>
          <a:bodyPr>
            <a:normAutofit/>
          </a:bodyPr>
          <a:lstStyle/>
          <a:p>
            <a:r>
              <a:rPr lang="es-ES" b="1" dirty="0">
                <a:solidFill>
                  <a:schemeClr val="bg1"/>
                </a:solidFill>
              </a:rPr>
              <a:t>Acceso a los datos</a:t>
            </a:r>
            <a:endParaRPr lang="es-UY" b="1" dirty="0">
              <a:solidFill>
                <a:schemeClr val="bg1"/>
              </a:solidFill>
            </a:endParaRPr>
          </a:p>
        </p:txBody>
      </p:sp>
      <p:pic>
        <p:nvPicPr>
          <p:cNvPr id="11" name="Picture 10">
            <a:extLst>
              <a:ext uri="{FF2B5EF4-FFF2-40B4-BE49-F238E27FC236}">
                <a16:creationId xmlns:a16="http://schemas.microsoft.com/office/drawing/2014/main" id="{A941DF2D-EC08-9523-F9BF-2F8D42E4B568}"/>
              </a:ext>
            </a:extLst>
          </p:cNvPr>
          <p:cNvPicPr>
            <a:picLocks noChangeAspect="1"/>
          </p:cNvPicPr>
          <p:nvPr/>
        </p:nvPicPr>
        <p:blipFill>
          <a:blip r:embed="rId3"/>
          <a:stretch>
            <a:fillRect/>
          </a:stretch>
        </p:blipFill>
        <p:spPr>
          <a:xfrm>
            <a:off x="629990" y="2486782"/>
            <a:ext cx="9202434" cy="4201111"/>
          </a:xfrm>
          <a:prstGeom prst="rect">
            <a:avLst/>
          </a:prstGeom>
        </p:spPr>
      </p:pic>
      <p:sp>
        <p:nvSpPr>
          <p:cNvPr id="12" name="TextBox 11">
            <a:extLst>
              <a:ext uri="{FF2B5EF4-FFF2-40B4-BE49-F238E27FC236}">
                <a16:creationId xmlns:a16="http://schemas.microsoft.com/office/drawing/2014/main" id="{3004047D-468C-A173-849B-08E93FC7819E}"/>
              </a:ext>
            </a:extLst>
          </p:cNvPr>
          <p:cNvSpPr txBox="1"/>
          <p:nvPr/>
        </p:nvSpPr>
        <p:spPr>
          <a:xfrm>
            <a:off x="838201" y="1316556"/>
            <a:ext cx="8994223" cy="954107"/>
          </a:xfrm>
          <a:prstGeom prst="rect">
            <a:avLst/>
          </a:prstGeom>
          <a:noFill/>
        </p:spPr>
        <p:txBody>
          <a:bodyPr wrap="square" rtlCol="0">
            <a:spAutoFit/>
          </a:bodyPr>
          <a:lstStyle/>
          <a:p>
            <a:r>
              <a:rPr lang="es-UY" sz="2800" dirty="0"/>
              <a:t>A la casilla de correo con que se inscribieron va a llegar un mensaje del estilo</a:t>
            </a:r>
            <a:r>
              <a:rPr lang="es-UY" dirty="0"/>
              <a:t>:</a:t>
            </a:r>
          </a:p>
        </p:txBody>
      </p:sp>
    </p:spTree>
    <p:extLst>
      <p:ext uri="{BB962C8B-B14F-4D97-AF65-F5344CB8AC3E}">
        <p14:creationId xmlns:p14="http://schemas.microsoft.com/office/powerpoint/2010/main" val="3060614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796EA-620D-6D2B-978B-817E48072C1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6A32FD3-31AF-2F9E-65D8-5F2C4886A363}"/>
              </a:ext>
            </a:extLst>
          </p:cNvPr>
          <p:cNvPicPr>
            <a:picLocks noChangeAspect="1"/>
          </p:cNvPicPr>
          <p:nvPr/>
        </p:nvPicPr>
        <p:blipFill>
          <a:blip r:embed="rId2"/>
          <a:stretch>
            <a:fillRect/>
          </a:stretch>
        </p:blipFill>
        <p:spPr>
          <a:xfrm>
            <a:off x="643251" y="490513"/>
            <a:ext cx="11364911" cy="704877"/>
          </a:xfrm>
          <a:prstGeom prst="rect">
            <a:avLst/>
          </a:prstGeom>
        </p:spPr>
      </p:pic>
      <p:sp>
        <p:nvSpPr>
          <p:cNvPr id="5" name="Título 1">
            <a:extLst>
              <a:ext uri="{FF2B5EF4-FFF2-40B4-BE49-F238E27FC236}">
                <a16:creationId xmlns:a16="http://schemas.microsoft.com/office/drawing/2014/main" id="{F347E0C0-F0BF-40EB-A63F-83EA576BF9C8}"/>
              </a:ext>
            </a:extLst>
          </p:cNvPr>
          <p:cNvSpPr>
            <a:spLocks noGrp="1"/>
          </p:cNvSpPr>
          <p:nvPr>
            <p:ph type="title"/>
          </p:nvPr>
        </p:nvSpPr>
        <p:spPr>
          <a:xfrm>
            <a:off x="838200" y="490513"/>
            <a:ext cx="10515600" cy="803182"/>
          </a:xfrm>
        </p:spPr>
        <p:txBody>
          <a:bodyPr>
            <a:normAutofit/>
          </a:bodyPr>
          <a:lstStyle/>
          <a:p>
            <a:r>
              <a:rPr lang="es-ES" b="1" dirty="0">
                <a:solidFill>
                  <a:schemeClr val="bg1"/>
                </a:solidFill>
              </a:rPr>
              <a:t>Acceso a los datos</a:t>
            </a:r>
            <a:endParaRPr lang="es-UY" b="1" dirty="0">
              <a:solidFill>
                <a:schemeClr val="bg1"/>
              </a:solidFill>
            </a:endParaRPr>
          </a:p>
        </p:txBody>
      </p:sp>
      <p:sp>
        <p:nvSpPr>
          <p:cNvPr id="2" name="TextBox 1">
            <a:extLst>
              <a:ext uri="{FF2B5EF4-FFF2-40B4-BE49-F238E27FC236}">
                <a16:creationId xmlns:a16="http://schemas.microsoft.com/office/drawing/2014/main" id="{DB7B3AF8-17FA-4EA9-6929-5ABC27889F36}"/>
              </a:ext>
            </a:extLst>
          </p:cNvPr>
          <p:cNvSpPr txBox="1"/>
          <p:nvPr/>
        </p:nvSpPr>
        <p:spPr>
          <a:xfrm>
            <a:off x="993228" y="1831593"/>
            <a:ext cx="9254358" cy="1231106"/>
          </a:xfrm>
          <a:prstGeom prst="rect">
            <a:avLst/>
          </a:prstGeom>
          <a:noFill/>
        </p:spPr>
        <p:txBody>
          <a:bodyPr wrap="square" rtlCol="0">
            <a:spAutoFit/>
          </a:bodyPr>
          <a:lstStyle/>
          <a:p>
            <a:r>
              <a:rPr lang="es-ES" sz="2800" dirty="0"/>
              <a:t>Al hacer </a:t>
            </a:r>
            <a:r>
              <a:rPr lang="es-ES" sz="2800" dirty="0" err="1"/>
              <a:t>click</a:t>
            </a:r>
            <a:r>
              <a:rPr lang="es-ES" sz="2800" dirty="0"/>
              <a:t> </a:t>
            </a:r>
            <a:r>
              <a:rPr lang="es-UY" sz="2800" dirty="0"/>
              <a:t>en Abrir </a:t>
            </a:r>
            <a:r>
              <a:rPr lang="es-ES" sz="2800" dirty="0"/>
              <a:t>, solicita la dirección de correo a donde se mandó el mail anterior y manda un código a ella</a:t>
            </a:r>
          </a:p>
          <a:p>
            <a:endParaRPr lang="es-UY" dirty="0"/>
          </a:p>
        </p:txBody>
      </p:sp>
      <p:pic>
        <p:nvPicPr>
          <p:cNvPr id="11" name="Picture 10">
            <a:extLst>
              <a:ext uri="{FF2B5EF4-FFF2-40B4-BE49-F238E27FC236}">
                <a16:creationId xmlns:a16="http://schemas.microsoft.com/office/drawing/2014/main" id="{2676FF9E-35F4-8CA4-4A84-767000F821C2}"/>
              </a:ext>
            </a:extLst>
          </p:cNvPr>
          <p:cNvPicPr>
            <a:picLocks noChangeAspect="1"/>
          </p:cNvPicPr>
          <p:nvPr/>
        </p:nvPicPr>
        <p:blipFill>
          <a:blip r:embed="rId3"/>
          <a:stretch>
            <a:fillRect/>
          </a:stretch>
        </p:blipFill>
        <p:spPr>
          <a:xfrm>
            <a:off x="993228" y="3795301"/>
            <a:ext cx="9431066" cy="2179830"/>
          </a:xfrm>
          <a:prstGeom prst="rect">
            <a:avLst/>
          </a:prstGeom>
        </p:spPr>
      </p:pic>
    </p:spTree>
    <p:extLst>
      <p:ext uri="{BB962C8B-B14F-4D97-AF65-F5344CB8AC3E}">
        <p14:creationId xmlns:p14="http://schemas.microsoft.com/office/powerpoint/2010/main" val="3187096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DC148-578F-53F2-8B93-922412F2CA9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A41F707-454E-D758-563A-1484FC673E3F}"/>
              </a:ext>
            </a:extLst>
          </p:cNvPr>
          <p:cNvPicPr>
            <a:picLocks noChangeAspect="1"/>
          </p:cNvPicPr>
          <p:nvPr/>
        </p:nvPicPr>
        <p:blipFill>
          <a:blip r:embed="rId2"/>
          <a:stretch>
            <a:fillRect/>
          </a:stretch>
        </p:blipFill>
        <p:spPr>
          <a:xfrm>
            <a:off x="577768" y="539665"/>
            <a:ext cx="11364911" cy="704877"/>
          </a:xfrm>
          <a:prstGeom prst="rect">
            <a:avLst/>
          </a:prstGeom>
        </p:spPr>
      </p:pic>
      <p:sp>
        <p:nvSpPr>
          <p:cNvPr id="5" name="Título 1">
            <a:extLst>
              <a:ext uri="{FF2B5EF4-FFF2-40B4-BE49-F238E27FC236}">
                <a16:creationId xmlns:a16="http://schemas.microsoft.com/office/drawing/2014/main" id="{367A7226-D251-F5FA-0F11-B6DF8F7094F2}"/>
              </a:ext>
            </a:extLst>
          </p:cNvPr>
          <p:cNvSpPr>
            <a:spLocks noGrp="1"/>
          </p:cNvSpPr>
          <p:nvPr>
            <p:ph type="title"/>
          </p:nvPr>
        </p:nvSpPr>
        <p:spPr>
          <a:xfrm>
            <a:off x="838200" y="490513"/>
            <a:ext cx="10515600" cy="803182"/>
          </a:xfrm>
        </p:spPr>
        <p:txBody>
          <a:bodyPr>
            <a:normAutofit/>
          </a:bodyPr>
          <a:lstStyle/>
          <a:p>
            <a:r>
              <a:rPr lang="es-ES" b="1" dirty="0">
                <a:solidFill>
                  <a:schemeClr val="bg1"/>
                </a:solidFill>
              </a:rPr>
              <a:t>Acceso a los datos</a:t>
            </a:r>
            <a:endParaRPr lang="es-UY" b="1" dirty="0">
              <a:solidFill>
                <a:schemeClr val="bg1"/>
              </a:solidFill>
            </a:endParaRPr>
          </a:p>
        </p:txBody>
      </p:sp>
      <p:pic>
        <p:nvPicPr>
          <p:cNvPr id="3" name="Picture 2">
            <a:extLst>
              <a:ext uri="{FF2B5EF4-FFF2-40B4-BE49-F238E27FC236}">
                <a16:creationId xmlns:a16="http://schemas.microsoft.com/office/drawing/2014/main" id="{6DDD7582-3184-C8C2-9CF8-0FBCC14058C9}"/>
              </a:ext>
            </a:extLst>
          </p:cNvPr>
          <p:cNvPicPr>
            <a:picLocks noChangeAspect="1"/>
          </p:cNvPicPr>
          <p:nvPr/>
        </p:nvPicPr>
        <p:blipFill>
          <a:blip r:embed="rId3"/>
          <a:stretch>
            <a:fillRect/>
          </a:stretch>
        </p:blipFill>
        <p:spPr>
          <a:xfrm>
            <a:off x="838200" y="1821259"/>
            <a:ext cx="10844048" cy="4752962"/>
          </a:xfrm>
          <a:prstGeom prst="rect">
            <a:avLst/>
          </a:prstGeom>
        </p:spPr>
      </p:pic>
    </p:spTree>
    <p:extLst>
      <p:ext uri="{BB962C8B-B14F-4D97-AF65-F5344CB8AC3E}">
        <p14:creationId xmlns:p14="http://schemas.microsoft.com/office/powerpoint/2010/main" val="3168743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810B1-4F45-B164-05E0-88AE45A398C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720B7FC-4A0C-BBE6-FF8C-ACAE58154B5D}"/>
              </a:ext>
            </a:extLst>
          </p:cNvPr>
          <p:cNvPicPr>
            <a:picLocks noChangeAspect="1"/>
          </p:cNvPicPr>
          <p:nvPr/>
        </p:nvPicPr>
        <p:blipFill>
          <a:blip r:embed="rId2"/>
          <a:stretch>
            <a:fillRect/>
          </a:stretch>
        </p:blipFill>
        <p:spPr>
          <a:xfrm>
            <a:off x="577768" y="539665"/>
            <a:ext cx="11364911" cy="704877"/>
          </a:xfrm>
          <a:prstGeom prst="rect">
            <a:avLst/>
          </a:prstGeom>
        </p:spPr>
      </p:pic>
      <p:sp>
        <p:nvSpPr>
          <p:cNvPr id="5" name="Título 1">
            <a:extLst>
              <a:ext uri="{FF2B5EF4-FFF2-40B4-BE49-F238E27FC236}">
                <a16:creationId xmlns:a16="http://schemas.microsoft.com/office/drawing/2014/main" id="{F7478B1E-F002-CC4F-04D1-EDB18AB7F7A7}"/>
              </a:ext>
            </a:extLst>
          </p:cNvPr>
          <p:cNvSpPr>
            <a:spLocks noGrp="1"/>
          </p:cNvSpPr>
          <p:nvPr>
            <p:ph type="title"/>
          </p:nvPr>
        </p:nvSpPr>
        <p:spPr>
          <a:xfrm>
            <a:off x="838200" y="490513"/>
            <a:ext cx="10515600" cy="803182"/>
          </a:xfrm>
        </p:spPr>
        <p:txBody>
          <a:bodyPr>
            <a:normAutofit/>
          </a:bodyPr>
          <a:lstStyle/>
          <a:p>
            <a:r>
              <a:rPr lang="es-ES" b="1" dirty="0">
                <a:solidFill>
                  <a:schemeClr val="bg1"/>
                </a:solidFill>
              </a:rPr>
              <a:t>Acceso a los datos</a:t>
            </a:r>
            <a:endParaRPr lang="es-UY" b="1" dirty="0">
              <a:solidFill>
                <a:schemeClr val="bg1"/>
              </a:solidFill>
            </a:endParaRPr>
          </a:p>
        </p:txBody>
      </p:sp>
      <p:pic>
        <p:nvPicPr>
          <p:cNvPr id="7" name="Picture 6">
            <a:extLst>
              <a:ext uri="{FF2B5EF4-FFF2-40B4-BE49-F238E27FC236}">
                <a16:creationId xmlns:a16="http://schemas.microsoft.com/office/drawing/2014/main" id="{14B6CCDE-9A5D-26A2-2474-3605283D1BA8}"/>
              </a:ext>
            </a:extLst>
          </p:cNvPr>
          <p:cNvPicPr>
            <a:picLocks noChangeAspect="1"/>
          </p:cNvPicPr>
          <p:nvPr/>
        </p:nvPicPr>
        <p:blipFill>
          <a:blip r:embed="rId3"/>
          <a:stretch>
            <a:fillRect/>
          </a:stretch>
        </p:blipFill>
        <p:spPr>
          <a:xfrm>
            <a:off x="577768" y="1342847"/>
            <a:ext cx="10917546" cy="5493542"/>
          </a:xfrm>
          <a:prstGeom prst="rect">
            <a:avLst/>
          </a:prstGeom>
        </p:spPr>
      </p:pic>
    </p:spTree>
    <p:extLst>
      <p:ext uri="{BB962C8B-B14F-4D97-AF65-F5344CB8AC3E}">
        <p14:creationId xmlns:p14="http://schemas.microsoft.com/office/powerpoint/2010/main" val="39144557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17D79-7802-7512-FAA1-7AE5D0316663}"/>
            </a:ext>
          </a:extLst>
        </p:cNvPr>
        <p:cNvGrpSpPr/>
        <p:nvPr/>
      </p:nvGrpSpPr>
      <p:grpSpPr>
        <a:xfrm>
          <a:off x="0" y="0"/>
          <a:ext cx="0" cy="0"/>
          <a:chOff x="0" y="0"/>
          <a:chExt cx="0" cy="0"/>
        </a:xfrm>
      </p:grpSpPr>
      <p:pic>
        <p:nvPicPr>
          <p:cNvPr id="4" name="Picture 3" descr="A close up of a sign&#10;&#10;AI-generated content may be incorrect.">
            <a:extLst>
              <a:ext uri="{FF2B5EF4-FFF2-40B4-BE49-F238E27FC236}">
                <a16:creationId xmlns:a16="http://schemas.microsoft.com/office/drawing/2014/main" id="{4915852A-F5A7-006F-AC54-0EF4484EB3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490" y="1173987"/>
            <a:ext cx="11383964" cy="3312160"/>
          </a:xfrm>
          <a:prstGeom prst="rect">
            <a:avLst/>
          </a:prstGeom>
        </p:spPr>
      </p:pic>
      <p:sp>
        <p:nvSpPr>
          <p:cNvPr id="2" name="Título 1">
            <a:extLst>
              <a:ext uri="{FF2B5EF4-FFF2-40B4-BE49-F238E27FC236}">
                <a16:creationId xmlns:a16="http://schemas.microsoft.com/office/drawing/2014/main" id="{5B7ED2E7-E659-99BB-A9B1-559A79CD516E}"/>
              </a:ext>
            </a:extLst>
          </p:cNvPr>
          <p:cNvSpPr>
            <a:spLocks noGrp="1"/>
          </p:cNvSpPr>
          <p:nvPr>
            <p:ph type="ctrTitle"/>
          </p:nvPr>
        </p:nvSpPr>
        <p:spPr>
          <a:xfrm>
            <a:off x="870060" y="1821720"/>
            <a:ext cx="5517995" cy="1715600"/>
          </a:xfrm>
        </p:spPr>
        <p:txBody>
          <a:bodyPr>
            <a:normAutofit fontScale="90000"/>
          </a:bodyPr>
          <a:lstStyle/>
          <a:p>
            <a:r>
              <a:rPr lang="es-ES" sz="5400" b="1" dirty="0">
                <a:solidFill>
                  <a:schemeClr val="bg1"/>
                </a:solidFill>
              </a:rPr>
              <a:t>Información a entregar y evaluación</a:t>
            </a:r>
            <a:endParaRPr lang="es-UY" sz="5400" b="1" dirty="0">
              <a:solidFill>
                <a:schemeClr val="bg1"/>
              </a:solidFill>
            </a:endParaRPr>
          </a:p>
        </p:txBody>
      </p:sp>
    </p:spTree>
    <p:extLst>
      <p:ext uri="{BB962C8B-B14F-4D97-AF65-F5344CB8AC3E}">
        <p14:creationId xmlns:p14="http://schemas.microsoft.com/office/powerpoint/2010/main" val="1797740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A6CD14-D37E-F03B-672E-200D802B6FF3}"/>
              </a:ext>
            </a:extLst>
          </p:cNvPr>
          <p:cNvPicPr>
            <a:picLocks noChangeAspect="1"/>
          </p:cNvPicPr>
          <p:nvPr/>
        </p:nvPicPr>
        <p:blipFill>
          <a:blip r:embed="rId2"/>
          <a:stretch>
            <a:fillRect/>
          </a:stretch>
        </p:blipFill>
        <p:spPr>
          <a:xfrm>
            <a:off x="643251" y="490513"/>
            <a:ext cx="11364911" cy="704877"/>
          </a:xfrm>
          <a:prstGeom prst="rect">
            <a:avLst/>
          </a:prstGeom>
        </p:spPr>
      </p:pic>
      <p:sp>
        <p:nvSpPr>
          <p:cNvPr id="3" name="Marcador de contenido 2">
            <a:extLst>
              <a:ext uri="{FF2B5EF4-FFF2-40B4-BE49-F238E27FC236}">
                <a16:creationId xmlns:a16="http://schemas.microsoft.com/office/drawing/2014/main" id="{C32E557A-72F1-4487-81AC-FF76590294EB}"/>
              </a:ext>
            </a:extLst>
          </p:cNvPr>
          <p:cNvSpPr>
            <a:spLocks noGrp="1"/>
          </p:cNvSpPr>
          <p:nvPr>
            <p:ph idx="1"/>
          </p:nvPr>
        </p:nvSpPr>
        <p:spPr>
          <a:xfrm>
            <a:off x="723261" y="1563123"/>
            <a:ext cx="10515600" cy="4917687"/>
          </a:xfrm>
        </p:spPr>
        <p:txBody>
          <a:bodyPr>
            <a:normAutofit fontScale="92500" lnSpcReduction="20000"/>
          </a:bodyPr>
          <a:lstStyle/>
          <a:p>
            <a:pPr marL="0" indent="0" fontAlgn="base">
              <a:spcAft>
                <a:spcPct val="0"/>
              </a:spcAft>
              <a:buNone/>
            </a:pPr>
            <a:r>
              <a:rPr lang="es-UY" altLang="es-UY" dirty="0">
                <a:solidFill>
                  <a:srgbClr val="0076A3"/>
                </a:solidFill>
                <a:latin typeface="HelveticaNeueLTStd-Roman"/>
              </a:rPr>
              <a:t>Notebook </a:t>
            </a:r>
            <a:r>
              <a:rPr lang="es-ES" altLang="es-UY" dirty="0">
                <a:solidFill>
                  <a:srgbClr val="0076A3"/>
                </a:solidFill>
                <a:latin typeface="HelveticaNeueLTStd-Roman"/>
              </a:rPr>
              <a:t>requisitos </a:t>
            </a:r>
            <a:r>
              <a:rPr lang="es-ES" dirty="0">
                <a:solidFill>
                  <a:srgbClr val="0076A3"/>
                </a:solidFill>
                <a:latin typeface="HelveticaNeueLTStd-Roman"/>
              </a:rPr>
              <a:t>obligatorios: </a:t>
            </a:r>
          </a:p>
          <a:p>
            <a:pPr lvl="1" fontAlgn="base">
              <a:lnSpc>
                <a:spcPct val="120000"/>
              </a:lnSpc>
              <a:spcAft>
                <a:spcPct val="0"/>
              </a:spcAft>
            </a:pPr>
            <a:r>
              <a:rPr lang="es-ES" sz="2600" dirty="0">
                <a:latin typeface="HelveticaNeueLTStd-Roman"/>
              </a:rPr>
              <a:t>Que sea reproducible (dados los datos de entrada, genere las predicciones como salida) y que se vea claramente el uso de los datos proporcionados (en las secciones preparación de datos, creación del modelo, entrenamiento y generación de las salidas).</a:t>
            </a:r>
          </a:p>
          <a:p>
            <a:endParaRPr lang="es-ES" dirty="0"/>
          </a:p>
          <a:p>
            <a:pPr marL="0" indent="0">
              <a:buNone/>
            </a:pPr>
            <a:r>
              <a:rPr lang="es-UY" altLang="es-UY" dirty="0">
                <a:solidFill>
                  <a:srgbClr val="0076A3"/>
                </a:solidFill>
                <a:latin typeface="HelveticaNeueLTStd-Roman"/>
              </a:rPr>
              <a:t>Notebook </a:t>
            </a:r>
            <a:r>
              <a:rPr lang="es-ES" altLang="es-UY" dirty="0">
                <a:solidFill>
                  <a:srgbClr val="0076A3"/>
                </a:solidFill>
                <a:latin typeface="HelveticaNeueLTStd-Roman"/>
              </a:rPr>
              <a:t>requisitos opcionales</a:t>
            </a:r>
            <a:r>
              <a:rPr lang="es-ES" dirty="0">
                <a:solidFill>
                  <a:srgbClr val="0076A3"/>
                </a:solidFill>
                <a:latin typeface="HelveticaNeueLTStd-Roman"/>
              </a:rPr>
              <a:t>: </a:t>
            </a:r>
          </a:p>
          <a:p>
            <a:pPr lvl="1" fontAlgn="base">
              <a:lnSpc>
                <a:spcPct val="120000"/>
              </a:lnSpc>
              <a:spcAft>
                <a:spcPct val="0"/>
              </a:spcAft>
            </a:pPr>
            <a:r>
              <a:rPr lang="es-ES" sz="2600" dirty="0">
                <a:latin typeface="HelveticaNeueLTStd-Roman"/>
              </a:rPr>
              <a:t>Que muestre la exploración de propiedades de los datos generando </a:t>
            </a:r>
            <a:r>
              <a:rPr lang="es-ES" sz="2600" dirty="0" err="1">
                <a:latin typeface="HelveticaNeueLTStd-Roman"/>
              </a:rPr>
              <a:t>insights</a:t>
            </a:r>
            <a:r>
              <a:rPr lang="es-ES" sz="2600" dirty="0">
                <a:latin typeface="HelveticaNeueLTStd-Roman"/>
              </a:rPr>
              <a:t>, la existencia de gráficas mostrando la performance del modelo, etc. y la existencia de textos (comentarios) aclaratorios.”</a:t>
            </a:r>
          </a:p>
          <a:p>
            <a:pPr marL="0" indent="0" fontAlgn="base">
              <a:spcAft>
                <a:spcPct val="0"/>
              </a:spcAft>
              <a:buNone/>
            </a:pPr>
            <a:endParaRPr lang="es-UY" altLang="es-UY" sz="2400" dirty="0">
              <a:solidFill>
                <a:srgbClr val="0076A3"/>
              </a:solidFill>
              <a:latin typeface="HelveticaNeueLTStd-Roman"/>
            </a:endParaRPr>
          </a:p>
          <a:p>
            <a:pPr marL="0" indent="0" fontAlgn="base">
              <a:spcAft>
                <a:spcPct val="0"/>
              </a:spcAft>
              <a:buNone/>
            </a:pPr>
            <a:r>
              <a:rPr lang="es-UY" altLang="es-UY" dirty="0">
                <a:solidFill>
                  <a:srgbClr val="0076A3"/>
                </a:solidFill>
                <a:latin typeface="HelveticaNeueLTStd-Roman"/>
              </a:rPr>
              <a:t>Archivo con valores a predecir de hidrógeno y PCI en ambos casos (FCC Y CCR).</a:t>
            </a:r>
          </a:p>
          <a:p>
            <a:pPr marL="457200" lvl="1" indent="0" fontAlgn="base">
              <a:spcAft>
                <a:spcPct val="0"/>
              </a:spcAft>
              <a:buNone/>
            </a:pPr>
            <a:endParaRPr lang="es-UY" altLang="es-UY" sz="2000" dirty="0">
              <a:latin typeface="HelveticaNeueLTStd-Roman"/>
            </a:endParaRPr>
          </a:p>
        </p:txBody>
      </p:sp>
      <p:sp>
        <p:nvSpPr>
          <p:cNvPr id="5" name="Título 1">
            <a:extLst>
              <a:ext uri="{FF2B5EF4-FFF2-40B4-BE49-F238E27FC236}">
                <a16:creationId xmlns:a16="http://schemas.microsoft.com/office/drawing/2014/main" id="{497F2A8D-1458-4126-8357-45122AAFF3C6}"/>
              </a:ext>
            </a:extLst>
          </p:cNvPr>
          <p:cNvSpPr>
            <a:spLocks noGrp="1"/>
          </p:cNvSpPr>
          <p:nvPr>
            <p:ph type="title"/>
          </p:nvPr>
        </p:nvSpPr>
        <p:spPr>
          <a:xfrm>
            <a:off x="838200" y="490513"/>
            <a:ext cx="10515600" cy="803182"/>
          </a:xfrm>
        </p:spPr>
        <p:txBody>
          <a:bodyPr>
            <a:normAutofit/>
          </a:bodyPr>
          <a:lstStyle/>
          <a:p>
            <a:r>
              <a:rPr lang="es-ES" b="1" dirty="0">
                <a:solidFill>
                  <a:schemeClr val="bg1"/>
                </a:solidFill>
              </a:rPr>
              <a:t>Información a entregar</a:t>
            </a:r>
            <a:endParaRPr lang="es-UY" b="1" dirty="0">
              <a:solidFill>
                <a:schemeClr val="bg1"/>
              </a:solidFill>
            </a:endParaRPr>
          </a:p>
        </p:txBody>
      </p:sp>
    </p:spTree>
    <p:extLst>
      <p:ext uri="{BB962C8B-B14F-4D97-AF65-F5344CB8AC3E}">
        <p14:creationId xmlns:p14="http://schemas.microsoft.com/office/powerpoint/2010/main" val="9522723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C8E6F-A291-886B-398B-88E504C6D3C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337D0F5-ED96-EF95-4A64-48FA8B62D6EC}"/>
              </a:ext>
            </a:extLst>
          </p:cNvPr>
          <p:cNvPicPr>
            <a:picLocks noChangeAspect="1"/>
          </p:cNvPicPr>
          <p:nvPr/>
        </p:nvPicPr>
        <p:blipFill>
          <a:blip r:embed="rId2"/>
          <a:stretch>
            <a:fillRect/>
          </a:stretch>
        </p:blipFill>
        <p:spPr>
          <a:xfrm>
            <a:off x="643251" y="490513"/>
            <a:ext cx="11364911" cy="704877"/>
          </a:xfrm>
          <a:prstGeom prst="rect">
            <a:avLst/>
          </a:prstGeom>
        </p:spPr>
      </p:pic>
      <p:sp>
        <p:nvSpPr>
          <p:cNvPr id="5" name="Título 1">
            <a:extLst>
              <a:ext uri="{FF2B5EF4-FFF2-40B4-BE49-F238E27FC236}">
                <a16:creationId xmlns:a16="http://schemas.microsoft.com/office/drawing/2014/main" id="{F11F315F-3E6A-9C26-D76E-27B9A29E8A64}"/>
              </a:ext>
            </a:extLst>
          </p:cNvPr>
          <p:cNvSpPr>
            <a:spLocks noGrp="1"/>
          </p:cNvSpPr>
          <p:nvPr>
            <p:ph type="title"/>
          </p:nvPr>
        </p:nvSpPr>
        <p:spPr>
          <a:xfrm>
            <a:off x="838200" y="490513"/>
            <a:ext cx="10515600" cy="803182"/>
          </a:xfrm>
        </p:spPr>
        <p:txBody>
          <a:bodyPr>
            <a:normAutofit/>
          </a:bodyPr>
          <a:lstStyle/>
          <a:p>
            <a:r>
              <a:rPr lang="es-ES" b="1" dirty="0">
                <a:solidFill>
                  <a:schemeClr val="bg1"/>
                </a:solidFill>
              </a:rPr>
              <a:t>Evaluación de las soluciones </a:t>
            </a:r>
          </a:p>
        </p:txBody>
      </p:sp>
      <p:sp>
        <p:nvSpPr>
          <p:cNvPr id="8" name="CuadroTexto 7">
            <a:extLst>
              <a:ext uri="{FF2B5EF4-FFF2-40B4-BE49-F238E27FC236}">
                <a16:creationId xmlns:a16="http://schemas.microsoft.com/office/drawing/2014/main" id="{F65A7633-C3BC-C8A8-80EF-076DB64DF7B7}"/>
              </a:ext>
            </a:extLst>
          </p:cNvPr>
          <p:cNvSpPr txBox="1"/>
          <p:nvPr/>
        </p:nvSpPr>
        <p:spPr>
          <a:xfrm>
            <a:off x="863600" y="1787014"/>
            <a:ext cx="10146890" cy="3620478"/>
          </a:xfrm>
          <a:prstGeom prst="rect">
            <a:avLst/>
          </a:prstGeom>
          <a:noFill/>
        </p:spPr>
        <p:txBody>
          <a:bodyPr wrap="square">
            <a:spAutoFit/>
          </a:bodyPr>
          <a:lstStyle/>
          <a:p>
            <a:pPr marR="0" lvl="0" fontAlgn="base">
              <a:lnSpc>
                <a:spcPct val="70000"/>
              </a:lnSpc>
              <a:spcBef>
                <a:spcPts val="1000"/>
              </a:spcBef>
              <a:spcAft>
                <a:spcPct val="0"/>
              </a:spcAft>
              <a:buClrTx/>
              <a:buSzTx/>
              <a:tabLst/>
              <a:defRPr/>
            </a:pPr>
            <a:r>
              <a:rPr lang="es-ES" sz="2600" dirty="0">
                <a:solidFill>
                  <a:srgbClr val="0076A3"/>
                </a:solidFill>
                <a:latin typeface="HelveticaNeueLTStd-Roman"/>
              </a:rPr>
              <a:t>Las soluciones serán evaluadas considerando para FCC y CCR: </a:t>
            </a:r>
          </a:p>
          <a:p>
            <a:pPr marR="0" lvl="0" fontAlgn="base">
              <a:lnSpc>
                <a:spcPct val="70000"/>
              </a:lnSpc>
              <a:spcBef>
                <a:spcPts val="1000"/>
              </a:spcBef>
              <a:spcAft>
                <a:spcPct val="0"/>
              </a:spcAft>
              <a:buClrTx/>
              <a:buSzTx/>
              <a:tabLst/>
              <a:defRPr/>
            </a:pPr>
            <a:endParaRPr lang="es-ES" sz="2600" dirty="0">
              <a:solidFill>
                <a:srgbClr val="0076A3"/>
              </a:solidFill>
              <a:latin typeface="HelveticaNeueLTStd-Roman"/>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2400" b="0" i="0" u="none" strike="noStrike" kern="1200" cap="none" spc="0" normalizeH="0" baseline="0" noProof="0" dirty="0">
                <a:ln>
                  <a:noFill/>
                </a:ln>
                <a:solidFill>
                  <a:prstClr val="black"/>
                </a:solidFill>
                <a:effectLst/>
                <a:uLnTx/>
                <a:uFillTx/>
                <a:latin typeface="Calibri" panose="020F0502020204030204"/>
                <a:ea typeface="+mn-ea"/>
                <a:cs typeface="+mn-cs"/>
              </a:rPr>
              <a:t>• el promedio de los  </a:t>
            </a:r>
            <a:r>
              <a:rPr kumimoji="0" lang="es-ES" sz="2400" b="0" i="0" u="none" strike="noStrike" kern="1200" cap="none" spc="0" normalizeH="0" baseline="0" noProof="0" dirty="0" err="1">
                <a:ln>
                  <a:noFill/>
                </a:ln>
                <a:solidFill>
                  <a:prstClr val="black"/>
                </a:solidFill>
                <a:effectLst/>
                <a:uLnTx/>
                <a:uFillTx/>
                <a:latin typeface="Calibri" panose="020F0502020204030204"/>
                <a:ea typeface="+mn-ea"/>
                <a:cs typeface="+mn-cs"/>
              </a:rPr>
              <a:t>Root</a:t>
            </a:r>
            <a:r>
              <a:rPr kumimoji="0" lang="es-ES" sz="2400" b="0" i="0" u="none" strike="noStrike" kern="1200" cap="none" spc="0" normalizeH="0" baseline="0" noProof="0" dirty="0">
                <a:ln>
                  <a:noFill/>
                </a:ln>
                <a:solidFill>
                  <a:prstClr val="black"/>
                </a:solidFill>
                <a:effectLst/>
                <a:uLnTx/>
                <a:uFillTx/>
                <a:latin typeface="Calibri" panose="020F0502020204030204"/>
                <a:ea typeface="+mn-ea"/>
                <a:cs typeface="+mn-cs"/>
              </a:rPr>
              <a:t>-Mean-</a:t>
            </a:r>
            <a:r>
              <a:rPr kumimoji="0" lang="es-ES" sz="2400" b="0" i="0" u="none" strike="noStrike" kern="1200" cap="none" spc="0" normalizeH="0" baseline="0" noProof="0" dirty="0" err="1">
                <a:ln>
                  <a:noFill/>
                </a:ln>
                <a:solidFill>
                  <a:prstClr val="black"/>
                </a:solidFill>
                <a:effectLst/>
                <a:uLnTx/>
                <a:uFillTx/>
                <a:latin typeface="Calibri" panose="020F0502020204030204"/>
                <a:ea typeface="+mn-ea"/>
                <a:cs typeface="+mn-cs"/>
              </a:rPr>
              <a:t>Squared</a:t>
            </a:r>
            <a:r>
              <a:rPr kumimoji="0" lang="es-ES" sz="2400" b="0" i="0" u="none" strike="noStrike" kern="1200" cap="none" spc="0" normalizeH="0" baseline="0" noProof="0" dirty="0">
                <a:ln>
                  <a:noFill/>
                </a:ln>
                <a:solidFill>
                  <a:prstClr val="black"/>
                </a:solidFill>
                <a:effectLst/>
                <a:uLnTx/>
                <a:uFillTx/>
                <a:latin typeface="Calibri" panose="020F0502020204030204"/>
                <a:ea typeface="+mn-ea"/>
                <a:cs typeface="+mn-cs"/>
              </a:rPr>
              <a:t>-Error (RMSE) entre el valor real de las variables medidas en laboratorio y los  valores predichos entregados para cada una de las variables del desafío. O sea, </a:t>
            </a:r>
            <a:r>
              <a:rPr kumimoji="0" lang="es-ES" sz="2400" b="0" i="0" u="none" strike="noStrike" kern="1200" cap="none" spc="0" normalizeH="0" baseline="0" noProof="0" dirty="0" err="1">
                <a:ln>
                  <a:noFill/>
                </a:ln>
                <a:solidFill>
                  <a:prstClr val="black"/>
                </a:solidFill>
                <a:effectLst/>
                <a:uLnTx/>
                <a:uFillTx/>
                <a:latin typeface="Calibri" panose="020F0502020204030204"/>
                <a:ea typeface="+mn-ea"/>
                <a:cs typeface="+mn-cs"/>
              </a:rPr>
              <a:t>RMSE</a:t>
            </a:r>
            <a:r>
              <a:rPr kumimoji="0" lang="es-ES" sz="2400" b="0" i="0" u="none" strike="noStrike" kern="1200" cap="none" spc="0" normalizeH="0" baseline="-25000" noProof="0" dirty="0" err="1">
                <a:ln>
                  <a:noFill/>
                </a:ln>
                <a:solidFill>
                  <a:prstClr val="black"/>
                </a:solidFill>
                <a:effectLst/>
                <a:uLnTx/>
                <a:uFillTx/>
                <a:latin typeface="Calibri" panose="020F0502020204030204"/>
                <a:ea typeface="+mn-ea"/>
                <a:cs typeface="+mn-cs"/>
              </a:rPr>
              <a:t>prom</a:t>
            </a:r>
            <a:r>
              <a:rPr kumimoji="0" lang="es-ES" sz="2400" b="0" i="0" u="none" strike="noStrike" kern="1200" cap="none" spc="0" normalizeH="0" baseline="0" noProof="0" dirty="0">
                <a:ln>
                  <a:noFill/>
                </a:ln>
                <a:solidFill>
                  <a:prstClr val="black"/>
                </a:solidFill>
                <a:effectLst/>
                <a:uLnTx/>
                <a:uFillTx/>
                <a:latin typeface="Calibri" panose="020F0502020204030204"/>
                <a:ea typeface="+mn-ea"/>
                <a:cs typeface="+mn-cs"/>
              </a:rPr>
              <a:t> = [RMSE(H</a:t>
            </a:r>
            <a:r>
              <a:rPr kumimoji="0" lang="es-ES" sz="2400" b="0" i="0" u="none" strike="noStrike" kern="1200" cap="none" spc="0" normalizeH="0" baseline="-25000" noProof="0" dirty="0">
                <a:ln>
                  <a:noFill/>
                </a:ln>
                <a:solidFill>
                  <a:prstClr val="black"/>
                </a:solidFill>
                <a:effectLst/>
                <a:uLnTx/>
                <a:uFillTx/>
                <a:latin typeface="Calibri" panose="020F0502020204030204"/>
                <a:ea typeface="+mn-ea"/>
                <a:cs typeface="+mn-cs"/>
              </a:rPr>
              <a:t>2</a:t>
            </a:r>
            <a:r>
              <a:rPr kumimoji="0" lang="es-ES" sz="2400" b="0" i="0" u="none" strike="noStrike" kern="1200" cap="none" spc="0" normalizeH="0" baseline="0" noProof="0" dirty="0">
                <a:ln>
                  <a:noFill/>
                </a:ln>
                <a:solidFill>
                  <a:prstClr val="black"/>
                </a:solidFill>
                <a:effectLst/>
                <a:uLnTx/>
                <a:uFillTx/>
                <a:latin typeface="Calibri" panose="020F0502020204030204"/>
                <a:ea typeface="+mn-ea"/>
                <a:cs typeface="+mn-cs"/>
              </a:rPr>
              <a:t>)+RMSE(PCI)]/2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2400" b="0" i="0" u="none" strike="noStrike" kern="1200" cap="none" spc="0" normalizeH="0" baseline="0" noProof="0" dirty="0">
                <a:ln>
                  <a:noFill/>
                </a:ln>
                <a:solidFill>
                  <a:prstClr val="black"/>
                </a:solidFill>
                <a:effectLst/>
                <a:uLnTx/>
                <a:uFillTx/>
                <a:latin typeface="Calibri" panose="020F0502020204030204"/>
                <a:ea typeface="+mn-ea"/>
                <a:cs typeface="+mn-cs"/>
              </a:rPr>
              <a:t>• la cantidad total de predicciones de H</a:t>
            </a:r>
            <a:r>
              <a:rPr kumimoji="0" lang="es-ES" sz="2400" b="0" i="0" u="none" strike="noStrike" kern="1200" cap="none" spc="0" normalizeH="0" baseline="-25000" noProof="0" dirty="0">
                <a:ln>
                  <a:noFill/>
                </a:ln>
                <a:solidFill>
                  <a:prstClr val="black"/>
                </a:solidFill>
                <a:effectLst/>
                <a:uLnTx/>
                <a:uFillTx/>
                <a:latin typeface="Calibri" panose="020F0502020204030204"/>
                <a:ea typeface="+mn-ea"/>
                <a:cs typeface="+mn-cs"/>
              </a:rPr>
              <a:t>2</a:t>
            </a:r>
            <a:r>
              <a:rPr kumimoji="0" lang="es-ES" sz="2400" b="0" i="0" u="none" strike="noStrike" kern="1200" cap="none" spc="0" normalizeH="0" baseline="0" noProof="0" dirty="0">
                <a:ln>
                  <a:noFill/>
                </a:ln>
                <a:solidFill>
                  <a:prstClr val="black"/>
                </a:solidFill>
                <a:effectLst/>
                <a:uLnTx/>
                <a:uFillTx/>
                <a:latin typeface="Calibri" panose="020F0502020204030204"/>
                <a:ea typeface="+mn-ea"/>
                <a:cs typeface="+mn-cs"/>
              </a:rPr>
              <a:t> y PCI que se encuentren en el rango del valor real correspondiente a esa predicción +- 10%.</a:t>
            </a:r>
          </a:p>
          <a:p>
            <a:pPr marL="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47818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A234E-5EA1-65E6-FC25-73F9ED560F0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BFA6FE8-AE5D-F1EE-CCE5-8B38B2676060}"/>
              </a:ext>
            </a:extLst>
          </p:cNvPr>
          <p:cNvPicPr>
            <a:picLocks noChangeAspect="1"/>
          </p:cNvPicPr>
          <p:nvPr/>
        </p:nvPicPr>
        <p:blipFill>
          <a:blip r:embed="rId2"/>
          <a:stretch>
            <a:fillRect/>
          </a:stretch>
        </p:blipFill>
        <p:spPr>
          <a:xfrm>
            <a:off x="643251" y="490513"/>
            <a:ext cx="11364911" cy="704877"/>
          </a:xfrm>
          <a:prstGeom prst="rect">
            <a:avLst/>
          </a:prstGeom>
        </p:spPr>
      </p:pic>
      <p:sp>
        <p:nvSpPr>
          <p:cNvPr id="5" name="Título 1">
            <a:extLst>
              <a:ext uri="{FF2B5EF4-FFF2-40B4-BE49-F238E27FC236}">
                <a16:creationId xmlns:a16="http://schemas.microsoft.com/office/drawing/2014/main" id="{FB3D4371-8519-21FA-C381-758B565E3A73}"/>
              </a:ext>
            </a:extLst>
          </p:cNvPr>
          <p:cNvSpPr>
            <a:spLocks noGrp="1"/>
          </p:cNvSpPr>
          <p:nvPr>
            <p:ph type="title"/>
          </p:nvPr>
        </p:nvSpPr>
        <p:spPr>
          <a:xfrm>
            <a:off x="838200" y="490513"/>
            <a:ext cx="11801168" cy="803182"/>
          </a:xfrm>
        </p:spPr>
        <p:txBody>
          <a:bodyPr>
            <a:normAutofit/>
          </a:bodyPr>
          <a:lstStyle/>
          <a:p>
            <a:r>
              <a:rPr lang="es-ES" b="1" dirty="0">
                <a:solidFill>
                  <a:schemeClr val="bg1"/>
                </a:solidFill>
              </a:rPr>
              <a:t>Determinación del ganador</a:t>
            </a:r>
          </a:p>
        </p:txBody>
      </p:sp>
      <p:sp>
        <p:nvSpPr>
          <p:cNvPr id="3" name="Subtítulo 2">
            <a:extLst>
              <a:ext uri="{FF2B5EF4-FFF2-40B4-BE49-F238E27FC236}">
                <a16:creationId xmlns:a16="http://schemas.microsoft.com/office/drawing/2014/main" id="{879F351A-52BA-1E2A-AE2E-9815F13E836E}"/>
              </a:ext>
            </a:extLst>
          </p:cNvPr>
          <p:cNvSpPr txBox="1">
            <a:spLocks/>
          </p:cNvSpPr>
          <p:nvPr/>
        </p:nvSpPr>
        <p:spPr>
          <a:xfrm>
            <a:off x="643251" y="1437616"/>
            <a:ext cx="11364911" cy="5251646"/>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2600" dirty="0">
                <a:solidFill>
                  <a:srgbClr val="0076A3"/>
                </a:solidFill>
                <a:latin typeface="HelveticaNeueLTStd-Roman"/>
              </a:rPr>
              <a:t>Se harán dos rankings de las soluciones (para FCC y CCR por separado):</a:t>
            </a:r>
          </a:p>
          <a:p>
            <a:pPr marL="0" indent="0" algn="just">
              <a:buNone/>
            </a:pPr>
            <a:endParaRPr lang="es-ES" sz="2400" dirty="0"/>
          </a:p>
          <a:p>
            <a:pPr marL="457200" lvl="1" indent="0" algn="just">
              <a:buNone/>
            </a:pPr>
            <a:r>
              <a:rPr lang="es-ES" dirty="0"/>
              <a:t>1 - ordenándolas de menor a mayor según el promedio de </a:t>
            </a:r>
            <a:r>
              <a:rPr lang="es-ES" dirty="0" err="1"/>
              <a:t>Root</a:t>
            </a:r>
            <a:r>
              <a:rPr lang="es-ES" dirty="0"/>
              <a:t>-Mean-</a:t>
            </a:r>
            <a:r>
              <a:rPr lang="es-ES" dirty="0" err="1"/>
              <a:t>Squared</a:t>
            </a:r>
            <a:r>
              <a:rPr lang="es-ES" dirty="0"/>
              <a:t>-Error (</a:t>
            </a:r>
            <a:r>
              <a:rPr lang="es-ES" dirty="0" err="1"/>
              <a:t>RMSE</a:t>
            </a:r>
            <a:r>
              <a:rPr lang="es-ES" baseline="-25000" dirty="0" err="1"/>
              <a:t>prom</a:t>
            </a:r>
            <a:r>
              <a:rPr lang="es-ES" dirty="0"/>
              <a:t>). </a:t>
            </a:r>
          </a:p>
          <a:p>
            <a:pPr marL="457200" lvl="1" indent="0" algn="just">
              <a:buNone/>
            </a:pPr>
            <a:endParaRPr lang="es-ES" dirty="0"/>
          </a:p>
          <a:p>
            <a:pPr marL="457200" lvl="1" indent="0" algn="just">
              <a:buNone/>
            </a:pPr>
            <a:r>
              <a:rPr lang="es-ES" dirty="0"/>
              <a:t>2 - ordenándolas de mayor a menor en cuanto a la cantidad de predicciones que se encuentre en el rango del valor real correspondiente a esa predicción +/- 10%.</a:t>
            </a:r>
          </a:p>
          <a:p>
            <a:pPr algn="just"/>
            <a:endParaRPr lang="es-ES" sz="2400" dirty="0"/>
          </a:p>
          <a:p>
            <a:pPr marL="0" indent="0">
              <a:buNone/>
            </a:pPr>
            <a:endParaRPr lang="en-US" sz="2400" dirty="0"/>
          </a:p>
        </p:txBody>
      </p:sp>
    </p:spTree>
    <p:extLst>
      <p:ext uri="{BB962C8B-B14F-4D97-AF65-F5344CB8AC3E}">
        <p14:creationId xmlns:p14="http://schemas.microsoft.com/office/powerpoint/2010/main" val="2483442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50644-EABA-2587-F509-90CF5212A61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0E160AC-CDD4-C988-C75B-2A5D099CBC30}"/>
              </a:ext>
            </a:extLst>
          </p:cNvPr>
          <p:cNvPicPr>
            <a:picLocks noChangeAspect="1"/>
          </p:cNvPicPr>
          <p:nvPr/>
        </p:nvPicPr>
        <p:blipFill>
          <a:blip r:embed="rId2"/>
          <a:stretch>
            <a:fillRect/>
          </a:stretch>
        </p:blipFill>
        <p:spPr>
          <a:xfrm>
            <a:off x="643251" y="490513"/>
            <a:ext cx="11364911" cy="704877"/>
          </a:xfrm>
          <a:prstGeom prst="rect">
            <a:avLst/>
          </a:prstGeom>
        </p:spPr>
      </p:pic>
      <p:sp>
        <p:nvSpPr>
          <p:cNvPr id="5" name="Título 1">
            <a:extLst>
              <a:ext uri="{FF2B5EF4-FFF2-40B4-BE49-F238E27FC236}">
                <a16:creationId xmlns:a16="http://schemas.microsoft.com/office/drawing/2014/main" id="{3837AE92-05AF-11F3-D451-D49070FE7CC2}"/>
              </a:ext>
            </a:extLst>
          </p:cNvPr>
          <p:cNvSpPr>
            <a:spLocks noGrp="1"/>
          </p:cNvSpPr>
          <p:nvPr>
            <p:ph type="title"/>
          </p:nvPr>
        </p:nvSpPr>
        <p:spPr>
          <a:xfrm>
            <a:off x="838200" y="490513"/>
            <a:ext cx="11801168" cy="803182"/>
          </a:xfrm>
        </p:spPr>
        <p:txBody>
          <a:bodyPr>
            <a:normAutofit/>
          </a:bodyPr>
          <a:lstStyle/>
          <a:p>
            <a:r>
              <a:rPr lang="es-ES" b="1" dirty="0">
                <a:solidFill>
                  <a:schemeClr val="bg1"/>
                </a:solidFill>
              </a:rPr>
              <a:t>Determinación del ganador</a:t>
            </a:r>
          </a:p>
        </p:txBody>
      </p:sp>
      <p:sp>
        <p:nvSpPr>
          <p:cNvPr id="3" name="Subtítulo 2">
            <a:extLst>
              <a:ext uri="{FF2B5EF4-FFF2-40B4-BE49-F238E27FC236}">
                <a16:creationId xmlns:a16="http://schemas.microsoft.com/office/drawing/2014/main" id="{CA12EB40-CC79-E71B-92F8-AB4371C94F1B}"/>
              </a:ext>
            </a:extLst>
          </p:cNvPr>
          <p:cNvSpPr txBox="1">
            <a:spLocks/>
          </p:cNvSpPr>
          <p:nvPr/>
        </p:nvSpPr>
        <p:spPr>
          <a:xfrm>
            <a:off x="643251" y="1437616"/>
            <a:ext cx="11364911" cy="5251646"/>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ES" sz="2400" dirty="0"/>
              <a:t>La solución ganadora será la que tenga el menor ranking promedio entre los cuatro rankings (es decir, si una solución para FCC está en el 3r. puesto en uno de los rankings y 6º en otro y para CCR esta en primer puesto en uno de los rankings y 5º en otro su ranking promedio es 15/4 =3.75 y en ese sentido será MEJOR que una que tenga ranking promedio 4). </a:t>
            </a:r>
          </a:p>
          <a:p>
            <a:pPr algn="just"/>
            <a:r>
              <a:rPr lang="es-ES" sz="2400" dirty="0"/>
              <a:t>Recibirán mención las que tengan el mejor ranking promediado considerando solo FCC y solo CRR </a:t>
            </a:r>
          </a:p>
          <a:p>
            <a:pPr algn="just"/>
            <a:endParaRPr lang="es-ES" sz="2400" dirty="0"/>
          </a:p>
          <a:p>
            <a:pPr algn="just"/>
            <a:r>
              <a:rPr lang="es-ES" sz="2400" dirty="0"/>
              <a:t>En caso de empate, se valorará la exploración de propiedades de los datos generando </a:t>
            </a:r>
            <a:r>
              <a:rPr lang="es-ES" sz="2400" dirty="0" err="1"/>
              <a:t>insights</a:t>
            </a:r>
            <a:r>
              <a:rPr lang="es-ES" sz="2400" dirty="0"/>
              <a:t>, la existencia de gráficas mostrando la performance del modelo, etc. y la existencia de textos (comentarios) aclaratorios que se hayan entregado en el notebook.</a:t>
            </a:r>
            <a:endParaRPr lang="en-US" sz="2400" dirty="0"/>
          </a:p>
          <a:p>
            <a:endParaRPr lang="en-US" sz="2400" dirty="0"/>
          </a:p>
        </p:txBody>
      </p:sp>
    </p:spTree>
    <p:extLst>
      <p:ext uri="{BB962C8B-B14F-4D97-AF65-F5344CB8AC3E}">
        <p14:creationId xmlns:p14="http://schemas.microsoft.com/office/powerpoint/2010/main" val="18795323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F72D5-51F7-6912-56A6-94894CD9747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471B47F-07FE-68CD-2B1A-84AE2A8E6750}"/>
              </a:ext>
            </a:extLst>
          </p:cNvPr>
          <p:cNvPicPr>
            <a:picLocks noChangeAspect="1"/>
          </p:cNvPicPr>
          <p:nvPr/>
        </p:nvPicPr>
        <p:blipFill>
          <a:blip r:embed="rId2"/>
          <a:stretch>
            <a:fillRect/>
          </a:stretch>
        </p:blipFill>
        <p:spPr>
          <a:xfrm>
            <a:off x="643251" y="490513"/>
            <a:ext cx="11364911" cy="704877"/>
          </a:xfrm>
          <a:prstGeom prst="rect">
            <a:avLst/>
          </a:prstGeom>
        </p:spPr>
      </p:pic>
      <p:sp>
        <p:nvSpPr>
          <p:cNvPr id="5" name="Título 1">
            <a:extLst>
              <a:ext uri="{FF2B5EF4-FFF2-40B4-BE49-F238E27FC236}">
                <a16:creationId xmlns:a16="http://schemas.microsoft.com/office/drawing/2014/main" id="{3A8ACC02-DF9F-7ED7-EA05-D281051B0F42}"/>
              </a:ext>
            </a:extLst>
          </p:cNvPr>
          <p:cNvSpPr>
            <a:spLocks noGrp="1"/>
          </p:cNvSpPr>
          <p:nvPr>
            <p:ph type="title"/>
          </p:nvPr>
        </p:nvSpPr>
        <p:spPr>
          <a:xfrm>
            <a:off x="838200" y="490513"/>
            <a:ext cx="11801168" cy="803182"/>
          </a:xfrm>
        </p:spPr>
        <p:txBody>
          <a:bodyPr>
            <a:normAutofit/>
          </a:bodyPr>
          <a:lstStyle/>
          <a:p>
            <a:r>
              <a:rPr lang="es-ES" b="1" dirty="0">
                <a:solidFill>
                  <a:schemeClr val="bg1"/>
                </a:solidFill>
              </a:rPr>
              <a:t>Determinación del ganador</a:t>
            </a:r>
          </a:p>
        </p:txBody>
      </p:sp>
      <p:sp>
        <p:nvSpPr>
          <p:cNvPr id="3" name="Subtítulo 2">
            <a:extLst>
              <a:ext uri="{FF2B5EF4-FFF2-40B4-BE49-F238E27FC236}">
                <a16:creationId xmlns:a16="http://schemas.microsoft.com/office/drawing/2014/main" id="{50C981F2-83EC-0356-3AB7-D108422638FE}"/>
              </a:ext>
            </a:extLst>
          </p:cNvPr>
          <p:cNvSpPr txBox="1">
            <a:spLocks/>
          </p:cNvSpPr>
          <p:nvPr/>
        </p:nvSpPr>
        <p:spPr>
          <a:xfrm>
            <a:off x="1372607" y="1115841"/>
            <a:ext cx="9952500" cy="5251646"/>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US" sz="2400" dirty="0"/>
          </a:p>
          <a:p>
            <a:endParaRPr lang="en-US" sz="2400" dirty="0"/>
          </a:p>
        </p:txBody>
      </p:sp>
      <p:pic>
        <p:nvPicPr>
          <p:cNvPr id="1028" name="Picture 4">
            <a:extLst>
              <a:ext uri="{FF2B5EF4-FFF2-40B4-BE49-F238E27FC236}">
                <a16:creationId xmlns:a16="http://schemas.microsoft.com/office/drawing/2014/main" id="{ADF8C456-41F0-7680-BBD7-58EFF2AC16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52" y="2982706"/>
            <a:ext cx="11714858" cy="236605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A631E67-7B80-005E-30EF-15FEDE90754A}"/>
              </a:ext>
            </a:extLst>
          </p:cNvPr>
          <p:cNvSpPr txBox="1"/>
          <p:nvPr/>
        </p:nvSpPr>
        <p:spPr>
          <a:xfrm>
            <a:off x="643251" y="1438479"/>
            <a:ext cx="4619296" cy="523220"/>
          </a:xfrm>
          <a:prstGeom prst="rect">
            <a:avLst/>
          </a:prstGeom>
          <a:noFill/>
        </p:spPr>
        <p:txBody>
          <a:bodyPr wrap="square" rtlCol="0">
            <a:spAutoFit/>
          </a:bodyPr>
          <a:lstStyle/>
          <a:p>
            <a:r>
              <a:rPr lang="es-ES" sz="2800" dirty="0"/>
              <a:t>Ejemplo:</a:t>
            </a:r>
            <a:endParaRPr lang="es-UY" sz="2800" dirty="0"/>
          </a:p>
        </p:txBody>
      </p:sp>
      <p:sp>
        <p:nvSpPr>
          <p:cNvPr id="6" name="TextBox 5">
            <a:extLst>
              <a:ext uri="{FF2B5EF4-FFF2-40B4-BE49-F238E27FC236}">
                <a16:creationId xmlns:a16="http://schemas.microsoft.com/office/drawing/2014/main" id="{3AF8BC16-CD7A-ACF5-6341-A535B05684DC}"/>
              </a:ext>
            </a:extLst>
          </p:cNvPr>
          <p:cNvSpPr txBox="1"/>
          <p:nvPr/>
        </p:nvSpPr>
        <p:spPr>
          <a:xfrm>
            <a:off x="10709948" y="2659540"/>
            <a:ext cx="1066893" cy="646331"/>
          </a:xfrm>
          <a:prstGeom prst="rect">
            <a:avLst/>
          </a:prstGeom>
          <a:noFill/>
        </p:spPr>
        <p:txBody>
          <a:bodyPr wrap="square" rtlCol="0">
            <a:spAutoFit/>
          </a:bodyPr>
          <a:lstStyle/>
          <a:p>
            <a:r>
              <a:rPr lang="es-ES" dirty="0"/>
              <a:t>Ranking </a:t>
            </a:r>
            <a:r>
              <a:rPr lang="es-ES" dirty="0" err="1"/>
              <a:t>prom</a:t>
            </a:r>
            <a:r>
              <a:rPr lang="es-ES" dirty="0"/>
              <a:t>.</a:t>
            </a:r>
            <a:endParaRPr lang="es-UY" dirty="0"/>
          </a:p>
        </p:txBody>
      </p:sp>
    </p:spTree>
    <p:extLst>
      <p:ext uri="{BB962C8B-B14F-4D97-AF65-F5344CB8AC3E}">
        <p14:creationId xmlns:p14="http://schemas.microsoft.com/office/powerpoint/2010/main" val="34568529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sign&#10;&#10;AI-generated content may be incorrect.">
            <a:extLst>
              <a:ext uri="{FF2B5EF4-FFF2-40B4-BE49-F238E27FC236}">
                <a16:creationId xmlns:a16="http://schemas.microsoft.com/office/drawing/2014/main" id="{E99B9DBC-7833-DD8B-ABFB-0D399769DD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894" y="755343"/>
            <a:ext cx="11383964" cy="3312160"/>
          </a:xfrm>
          <a:prstGeom prst="rect">
            <a:avLst/>
          </a:prstGeom>
        </p:spPr>
      </p:pic>
      <p:sp>
        <p:nvSpPr>
          <p:cNvPr id="5" name="CuadroTexto 2">
            <a:extLst>
              <a:ext uri="{FF2B5EF4-FFF2-40B4-BE49-F238E27FC236}">
                <a16:creationId xmlns:a16="http://schemas.microsoft.com/office/drawing/2014/main" id="{47F07794-2BA8-4160-AD69-EDFEC4F63EF4}"/>
              </a:ext>
            </a:extLst>
          </p:cNvPr>
          <p:cNvSpPr txBox="1"/>
          <p:nvPr/>
        </p:nvSpPr>
        <p:spPr>
          <a:xfrm>
            <a:off x="970449" y="1470581"/>
            <a:ext cx="4289612" cy="1588127"/>
          </a:xfrm>
          <a:prstGeom prst="rect">
            <a:avLst/>
          </a:prstGeom>
          <a:noFill/>
        </p:spPr>
        <p:txBody>
          <a:bodyPr wrap="square" rtlCol="0">
            <a:spAutoFit/>
          </a:bodyPr>
          <a:lstStyle/>
          <a:p>
            <a:pPr algn="ctr">
              <a:lnSpc>
                <a:spcPct val="90000"/>
              </a:lnSpc>
              <a:spcBef>
                <a:spcPct val="0"/>
              </a:spcBef>
            </a:pPr>
            <a:r>
              <a:rPr lang="es-ES" sz="5400" b="1" dirty="0">
                <a:solidFill>
                  <a:schemeClr val="bg1"/>
                </a:solidFill>
                <a:latin typeface="+mj-lt"/>
                <a:ea typeface="+mj-ea"/>
                <a:cs typeface="+mj-cs"/>
              </a:rPr>
              <a:t>Próximas instancias</a:t>
            </a:r>
            <a:endParaRPr lang="es-UY" sz="5400" b="1" dirty="0">
              <a:solidFill>
                <a:schemeClr val="bg1"/>
              </a:solidFill>
              <a:latin typeface="+mj-lt"/>
              <a:ea typeface="+mj-ea"/>
              <a:cs typeface="+mj-cs"/>
            </a:endParaRPr>
          </a:p>
        </p:txBody>
      </p:sp>
    </p:spTree>
    <p:extLst>
      <p:ext uri="{BB962C8B-B14F-4D97-AF65-F5344CB8AC3E}">
        <p14:creationId xmlns:p14="http://schemas.microsoft.com/office/powerpoint/2010/main" val="4137539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AA46B-3D8F-D75B-726F-7AED087A034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43A446F-7E16-46B0-748E-8006861B20C9}"/>
              </a:ext>
            </a:extLst>
          </p:cNvPr>
          <p:cNvPicPr>
            <a:picLocks noChangeAspect="1"/>
          </p:cNvPicPr>
          <p:nvPr/>
        </p:nvPicPr>
        <p:blipFill>
          <a:blip r:embed="rId2"/>
          <a:stretch>
            <a:fillRect/>
          </a:stretch>
        </p:blipFill>
        <p:spPr>
          <a:xfrm>
            <a:off x="643251" y="490513"/>
            <a:ext cx="11364911" cy="704877"/>
          </a:xfrm>
          <a:prstGeom prst="rect">
            <a:avLst/>
          </a:prstGeom>
        </p:spPr>
      </p:pic>
      <p:sp>
        <p:nvSpPr>
          <p:cNvPr id="5" name="Título 1">
            <a:extLst>
              <a:ext uri="{FF2B5EF4-FFF2-40B4-BE49-F238E27FC236}">
                <a16:creationId xmlns:a16="http://schemas.microsoft.com/office/drawing/2014/main" id="{5D8DA255-1C97-669A-B6E8-22B73C1C5E9C}"/>
              </a:ext>
            </a:extLst>
          </p:cNvPr>
          <p:cNvSpPr>
            <a:spLocks noGrp="1"/>
          </p:cNvSpPr>
          <p:nvPr>
            <p:ph type="title"/>
          </p:nvPr>
        </p:nvSpPr>
        <p:spPr>
          <a:xfrm>
            <a:off x="838200" y="490513"/>
            <a:ext cx="11049000" cy="803182"/>
          </a:xfrm>
        </p:spPr>
        <p:txBody>
          <a:bodyPr>
            <a:normAutofit/>
          </a:bodyPr>
          <a:lstStyle/>
          <a:p>
            <a:r>
              <a:rPr lang="es-ES" b="1" dirty="0">
                <a:solidFill>
                  <a:schemeClr val="bg1"/>
                </a:solidFill>
              </a:rPr>
              <a:t>Próximas instancias</a:t>
            </a:r>
          </a:p>
        </p:txBody>
      </p:sp>
      <p:pic>
        <p:nvPicPr>
          <p:cNvPr id="6" name="Imagen 5">
            <a:extLst>
              <a:ext uri="{FF2B5EF4-FFF2-40B4-BE49-F238E27FC236}">
                <a16:creationId xmlns:a16="http://schemas.microsoft.com/office/drawing/2014/main" id="{D9F57D95-C7BE-784F-E252-51F7402F317A}"/>
              </a:ext>
            </a:extLst>
          </p:cNvPr>
          <p:cNvPicPr>
            <a:picLocks noChangeAspect="1"/>
          </p:cNvPicPr>
          <p:nvPr/>
        </p:nvPicPr>
        <p:blipFill>
          <a:blip r:embed="rId3"/>
          <a:stretch>
            <a:fillRect/>
          </a:stretch>
        </p:blipFill>
        <p:spPr>
          <a:xfrm>
            <a:off x="911940" y="1485585"/>
            <a:ext cx="10383636" cy="3285517"/>
          </a:xfrm>
          <a:prstGeom prst="rect">
            <a:avLst/>
          </a:prstGeom>
          <a:ln w="12700">
            <a:solidFill>
              <a:schemeClr val="tx1"/>
            </a:solidFill>
          </a:ln>
        </p:spPr>
      </p:pic>
      <p:sp>
        <p:nvSpPr>
          <p:cNvPr id="7" name="Subtítulo 2">
            <a:extLst>
              <a:ext uri="{FF2B5EF4-FFF2-40B4-BE49-F238E27FC236}">
                <a16:creationId xmlns:a16="http://schemas.microsoft.com/office/drawing/2014/main" id="{372C0DF4-E537-2F12-4825-2946CA15781B}"/>
              </a:ext>
            </a:extLst>
          </p:cNvPr>
          <p:cNvSpPr txBox="1">
            <a:spLocks/>
          </p:cNvSpPr>
          <p:nvPr/>
        </p:nvSpPr>
        <p:spPr>
          <a:xfrm>
            <a:off x="413544" y="5105400"/>
            <a:ext cx="11594618" cy="1752600"/>
          </a:xfrm>
          <a:prstGeom prst="rect">
            <a:avLst/>
          </a:prstGeom>
        </p:spPr>
        <p:txBody>
          <a:bodyPr vert="horz" lIns="91440" tIns="45720" rIns="91440" bIns="45720" rtlCol="0" anchor="ct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419" sz="2400" noProof="0" dirty="0"/>
              <a:t>Los espacios de intercambio con especialistas iniciarán a la hora 14:00. Si no hay asistentes hasta la las 14:15 se darán por cerrados.</a:t>
            </a:r>
          </a:p>
          <a:p>
            <a:pPr algn="just"/>
            <a:r>
              <a:rPr lang="es-419" sz="2400" noProof="0" dirty="0"/>
              <a:t>Se grabarán y se compartirán.</a:t>
            </a:r>
          </a:p>
          <a:p>
            <a:pPr algn="just"/>
            <a:r>
              <a:rPr lang="es-419" sz="2400" noProof="0" dirty="0"/>
              <a:t>Las respuestas a consultas recibidas a la casilla </a:t>
            </a:r>
            <a:r>
              <a:rPr lang="es-419" sz="2400" noProof="0" dirty="0">
                <a:hlinkClick r:id="rId4"/>
              </a:rPr>
              <a:t>datachallenge@ancap.com.uy</a:t>
            </a:r>
            <a:r>
              <a:rPr lang="es-419" sz="2400" noProof="0" dirty="0"/>
              <a:t> se compartirán a todos los participantes.</a:t>
            </a:r>
          </a:p>
          <a:p>
            <a:endParaRPr lang="es-419" sz="2400" noProof="0" dirty="0"/>
          </a:p>
        </p:txBody>
      </p:sp>
    </p:spTree>
    <p:extLst>
      <p:ext uri="{BB962C8B-B14F-4D97-AF65-F5344CB8AC3E}">
        <p14:creationId xmlns:p14="http://schemas.microsoft.com/office/powerpoint/2010/main" val="28937025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AD012-95AB-C573-B8DC-E5D0FB9C9A9D}"/>
            </a:ext>
          </a:extLst>
        </p:cNvPr>
        <p:cNvGrpSpPr/>
        <p:nvPr/>
      </p:nvGrpSpPr>
      <p:grpSpPr>
        <a:xfrm>
          <a:off x="0" y="0"/>
          <a:ext cx="0" cy="0"/>
          <a:chOff x="0" y="0"/>
          <a:chExt cx="0" cy="0"/>
        </a:xfrm>
      </p:grpSpPr>
      <p:pic>
        <p:nvPicPr>
          <p:cNvPr id="2" name="Picture 1" descr="A close up of a sign&#10;&#10;AI-generated content may be incorrect.">
            <a:extLst>
              <a:ext uri="{FF2B5EF4-FFF2-40B4-BE49-F238E27FC236}">
                <a16:creationId xmlns:a16="http://schemas.microsoft.com/office/drawing/2014/main" id="{A174B3AB-5D1E-0928-0FEB-B381EAB6E1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894" y="755343"/>
            <a:ext cx="11383964" cy="3312160"/>
          </a:xfrm>
          <a:prstGeom prst="rect">
            <a:avLst/>
          </a:prstGeom>
        </p:spPr>
      </p:pic>
      <p:sp>
        <p:nvSpPr>
          <p:cNvPr id="5" name="CuadroTexto 2">
            <a:extLst>
              <a:ext uri="{FF2B5EF4-FFF2-40B4-BE49-F238E27FC236}">
                <a16:creationId xmlns:a16="http://schemas.microsoft.com/office/drawing/2014/main" id="{78186AEB-9F7C-925B-B966-256FD04487A6}"/>
              </a:ext>
            </a:extLst>
          </p:cNvPr>
          <p:cNvSpPr txBox="1"/>
          <p:nvPr/>
        </p:nvSpPr>
        <p:spPr>
          <a:xfrm>
            <a:off x="1457147" y="1691802"/>
            <a:ext cx="4289612" cy="1200329"/>
          </a:xfrm>
          <a:prstGeom prst="rect">
            <a:avLst/>
          </a:prstGeom>
          <a:noFill/>
        </p:spPr>
        <p:txBody>
          <a:bodyPr wrap="square" rtlCol="0">
            <a:spAutoFit/>
          </a:bodyPr>
          <a:lstStyle/>
          <a:p>
            <a:r>
              <a:rPr lang="es-ES" sz="7200" dirty="0">
                <a:solidFill>
                  <a:schemeClr val="bg1"/>
                </a:solidFill>
              </a:rPr>
              <a:t>¿Dudas?</a:t>
            </a:r>
            <a:endParaRPr lang="es-UY" sz="7200" dirty="0">
              <a:solidFill>
                <a:schemeClr val="bg1"/>
              </a:solidFill>
            </a:endParaRPr>
          </a:p>
        </p:txBody>
      </p:sp>
      <p:sp>
        <p:nvSpPr>
          <p:cNvPr id="4" name="CuadroTexto 3">
            <a:extLst>
              <a:ext uri="{FF2B5EF4-FFF2-40B4-BE49-F238E27FC236}">
                <a16:creationId xmlns:a16="http://schemas.microsoft.com/office/drawing/2014/main" id="{6F3946AA-7DD4-2C0A-ED2A-BFB133D62AB1}"/>
              </a:ext>
            </a:extLst>
          </p:cNvPr>
          <p:cNvSpPr txBox="1"/>
          <p:nvPr/>
        </p:nvSpPr>
        <p:spPr>
          <a:xfrm>
            <a:off x="530942" y="5573019"/>
            <a:ext cx="11130915" cy="369332"/>
          </a:xfrm>
          <a:prstGeom prst="rect">
            <a:avLst/>
          </a:prstGeom>
          <a:noFill/>
        </p:spPr>
        <p:txBody>
          <a:bodyPr wrap="square">
            <a:spAutoFit/>
          </a:bodyPr>
          <a:lstStyle/>
          <a:p>
            <a:pPr algn="ctr"/>
            <a:r>
              <a:rPr lang="es-UY" sz="1800" dirty="0">
                <a:effectLst/>
                <a:latin typeface="Aptos" panose="020B0004020202020204" pitchFamily="34" charset="0"/>
                <a:ea typeface="Calibri" panose="020F0502020204030204" pitchFamily="34" charset="0"/>
                <a:cs typeface="Aptos" panose="020B0004020202020204" pitchFamily="34" charset="0"/>
              </a:rPr>
              <a:t>Medio de contacto </a:t>
            </a:r>
            <a:r>
              <a:rPr lang="es-UY" sz="1800" dirty="0">
                <a:effectLst/>
                <a:latin typeface="Aptos" panose="020B0004020202020204" pitchFamily="34" charset="0"/>
                <a:ea typeface="Calibri" panose="020F0502020204030204" pitchFamily="34" charset="0"/>
                <a:cs typeface="Aptos" panose="020B0004020202020204" pitchFamily="34" charset="0"/>
                <a:hlinkClick r:id="rId3"/>
              </a:rPr>
              <a:t>datachallenge@ancap.com.uy</a:t>
            </a:r>
            <a:endParaRPr lang="es-UY" sz="1800" dirty="0">
              <a:effectLst/>
              <a:latin typeface="Aptos" panose="020B0004020202020204" pitchFamily="34" charset="0"/>
              <a:ea typeface="Calibri" panose="020F0502020204030204" pitchFamily="34" charset="0"/>
              <a:cs typeface="Aptos" panose="020B0004020202020204" pitchFamily="34" charset="0"/>
            </a:endParaRPr>
          </a:p>
        </p:txBody>
      </p:sp>
    </p:spTree>
    <p:extLst>
      <p:ext uri="{BB962C8B-B14F-4D97-AF65-F5344CB8AC3E}">
        <p14:creationId xmlns:p14="http://schemas.microsoft.com/office/powerpoint/2010/main" val="163610794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3C293C4F36748247A1587423AFFA717A" ma:contentTypeVersion="7" ma:contentTypeDescription="Crear nuevo documento." ma:contentTypeScope="" ma:versionID="114df84c17be9c54c367d0db4a134245">
  <xsd:schema xmlns:xsd="http://www.w3.org/2001/XMLSchema" xmlns:xs="http://www.w3.org/2001/XMLSchema" xmlns:p="http://schemas.microsoft.com/office/2006/metadata/properties" xmlns:ns2="899186a5-a789-43dc-bc77-8e9dfa99d1b0" targetNamespace="http://schemas.microsoft.com/office/2006/metadata/properties" ma:root="true" ma:fieldsID="b9b3c768e390c3ce5d7f0fdb599054d6" ns2:_="">
    <xsd:import namespace="899186a5-a789-43dc-bc77-8e9dfa99d1b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9186a5-a789-43dc-bc77-8e9dfa99d1b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E267BD-2862-4C7F-8146-ECC03C0D6DFE}">
  <ds:schemaRefs>
    <ds:schemaRef ds:uri="http://schemas.microsoft.com/sharepoint/v3/contenttype/forms"/>
  </ds:schemaRefs>
</ds:datastoreItem>
</file>

<file path=customXml/itemProps2.xml><?xml version="1.0" encoding="utf-8"?>
<ds:datastoreItem xmlns:ds="http://schemas.openxmlformats.org/officeDocument/2006/customXml" ds:itemID="{2855C081-1495-431A-8BD1-56D2EDC33915}">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1522674-6A4B-48F9-AC09-5CBCA9A6EB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9186a5-a789-43dc-bc77-8e9dfa99d1b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2831</TotalTime>
  <Words>1082</Words>
  <Application>Microsoft Office PowerPoint</Application>
  <PresentationFormat>Widescreen</PresentationFormat>
  <Paragraphs>120</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Tema de Office</vt:lpstr>
      <vt:lpstr>Descripción del caso y de los datos  21/10/25</vt:lpstr>
      <vt:lpstr>Agenda</vt:lpstr>
      <vt:lpstr>Bienvenida e información general</vt:lpstr>
      <vt:lpstr>Bienvenida y palabras preliminares</vt:lpstr>
      <vt:lpstr>Bienvenida y palabras preliminares</vt:lpstr>
      <vt:lpstr>Descripción del caso</vt:lpstr>
      <vt:lpstr>Descripción del caso</vt:lpstr>
      <vt:lpstr>PowerPoint Presentation</vt:lpstr>
      <vt:lpstr>PowerPoint Presentation</vt:lpstr>
      <vt:lpstr>PowerPoint Presentation</vt:lpstr>
      <vt:lpstr>PowerPoint Presentation</vt:lpstr>
      <vt:lpstr>PowerPoint Presentation</vt:lpstr>
      <vt:lpstr>Descripción de los datos</vt:lpstr>
      <vt:lpstr>Estructura de los datos</vt:lpstr>
      <vt:lpstr>Estructura de los datos</vt:lpstr>
      <vt:lpstr>Estructura de los datos</vt:lpstr>
      <vt:lpstr>Estructura de los datos</vt:lpstr>
      <vt:lpstr>Estructura de los datos</vt:lpstr>
      <vt:lpstr>Detalle de los archivos</vt:lpstr>
      <vt:lpstr>Detalle de los archivos</vt:lpstr>
      <vt:lpstr>Detalle de los archivos</vt:lpstr>
      <vt:lpstr>Acceso a los datos</vt:lpstr>
      <vt:lpstr>Acceso a los datos</vt:lpstr>
      <vt:lpstr>Acceso a los datos</vt:lpstr>
      <vt:lpstr>Acceso a los datos</vt:lpstr>
      <vt:lpstr>Información a entregar y evaluación</vt:lpstr>
      <vt:lpstr>Información a entregar</vt:lpstr>
      <vt:lpstr>Evaluación de las soluciones </vt:lpstr>
      <vt:lpstr>Determinación del ganador</vt:lpstr>
      <vt:lpstr>Determinación del ganador</vt:lpstr>
      <vt:lpstr>Determinación del ganador</vt:lpstr>
      <vt:lpstr>PowerPoint Presentation</vt:lpstr>
      <vt:lpstr>Próximas instancias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Paggi Horacio</dc:creator>
  <cp:lastModifiedBy>Paggi Horacio</cp:lastModifiedBy>
  <cp:revision>45</cp:revision>
  <dcterms:created xsi:type="dcterms:W3CDTF">2022-11-07T17:06:16Z</dcterms:created>
  <dcterms:modified xsi:type="dcterms:W3CDTF">2025-11-05T20:38:44Z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0x0101003C293C4F36748247A1587423AFFA717A</vt:lpwstr>
  </property>
</Properties>
</file>